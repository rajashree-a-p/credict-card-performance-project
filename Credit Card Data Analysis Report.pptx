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66" r:id="rId3"/>
    <p:sldId id="265" r:id="rId4"/>
    <p:sldId id="257" r:id="rId5"/>
    <p:sldId id="269" r:id="rId6"/>
    <p:sldId id="270" r:id="rId7"/>
    <p:sldId id="271" r:id="rId8"/>
    <p:sldId id="261" r:id="rId9"/>
    <p:sldId id="263" r:id="rId10"/>
    <p:sldId id="264" r:id="rId11"/>
    <p:sldId id="268" r:id="rId12"/>
    <p:sldId id="258" r:id="rId13"/>
    <p:sldId id="267" r:id="rId14"/>
    <p:sldId id="260" r:id="rId15"/>
    <p:sldId id="262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E5E804-6537-4ADA-A80D-FAAB9A09F60C}" v="23" dt="2026-04-23T20:36:50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ranjeevi v" userId="1358a312e2b38d5c" providerId="LiveId" clId="{BB79C224-760F-4F85-A26D-424B097EFB2B}"/>
    <pc:docChg chg="undo custSel addSld modSld">
      <pc:chgData name="Siranjeevi v" userId="1358a312e2b38d5c" providerId="LiveId" clId="{BB79C224-760F-4F85-A26D-424B097EFB2B}" dt="2026-04-23T20:40:29.864" v="1756" actId="14100"/>
      <pc:docMkLst>
        <pc:docMk/>
      </pc:docMkLst>
      <pc:sldChg chg="delSp delDesignElem">
        <pc:chgData name="Siranjeevi v" userId="1358a312e2b38d5c" providerId="LiveId" clId="{BB79C224-760F-4F85-A26D-424B097EFB2B}" dt="2026-04-20T07:39:41.761" v="131"/>
        <pc:sldMkLst>
          <pc:docMk/>
          <pc:sldMk cId="241587235" sldId="256"/>
        </pc:sldMkLst>
      </pc:sldChg>
      <pc:sldChg chg="addSp delSp modSp mod setBg modClrScheme chgLayout">
        <pc:chgData name="Siranjeevi v" userId="1358a312e2b38d5c" providerId="LiveId" clId="{BB79C224-760F-4F85-A26D-424B097EFB2B}" dt="2026-04-23T19:58:12.596" v="838" actId="1076"/>
        <pc:sldMkLst>
          <pc:docMk/>
          <pc:sldMk cId="2265455190" sldId="257"/>
        </pc:sldMkLst>
        <pc:spChg chg="mod ord">
          <ac:chgData name="Siranjeevi v" userId="1358a312e2b38d5c" providerId="LiveId" clId="{BB79C224-760F-4F85-A26D-424B097EFB2B}" dt="2026-04-21T13:11:51.335" v="784" actId="14100"/>
          <ac:spMkLst>
            <pc:docMk/>
            <pc:sldMk cId="2265455190" sldId="257"/>
            <ac:spMk id="3" creationId="{9037BADD-FCE0-F0A4-C03C-DFCCCC2C2545}"/>
          </ac:spMkLst>
        </pc:spChg>
        <pc:spChg chg="mod ord">
          <ac:chgData name="Siranjeevi v" userId="1358a312e2b38d5c" providerId="LiveId" clId="{BB79C224-760F-4F85-A26D-424B097EFB2B}" dt="2026-04-23T19:58:12.596" v="838" actId="1076"/>
          <ac:spMkLst>
            <pc:docMk/>
            <pc:sldMk cId="2265455190" sldId="257"/>
            <ac:spMk id="4" creationId="{2C5B8DFE-660D-8905-8313-425C58D9F239}"/>
          </ac:spMkLst>
        </pc:spChg>
        <pc:spChg chg="add">
          <ac:chgData name="Siranjeevi v" userId="1358a312e2b38d5c" providerId="LiveId" clId="{BB79C224-760F-4F85-A26D-424B097EFB2B}" dt="2026-04-21T13:11:43.421" v="781" actId="26606"/>
          <ac:spMkLst>
            <pc:docMk/>
            <pc:sldMk cId="2265455190" sldId="257"/>
            <ac:spMk id="15" creationId="{081EA652-8C6A-4E69-BEB9-170809474553}"/>
          </ac:spMkLst>
        </pc:spChg>
        <pc:spChg chg="add">
          <ac:chgData name="Siranjeevi v" userId="1358a312e2b38d5c" providerId="LiveId" clId="{BB79C224-760F-4F85-A26D-424B097EFB2B}" dt="2026-04-21T13:11:43.421" v="781" actId="26606"/>
          <ac:spMkLst>
            <pc:docMk/>
            <pc:sldMk cId="2265455190" sldId="257"/>
            <ac:spMk id="16" creationId="{5298780A-33B9-4EA2-8F67-DE68AD62841B}"/>
          </ac:spMkLst>
        </pc:spChg>
        <pc:spChg chg="add">
          <ac:chgData name="Siranjeevi v" userId="1358a312e2b38d5c" providerId="LiveId" clId="{BB79C224-760F-4F85-A26D-424B097EFB2B}" dt="2026-04-21T13:11:43.421" v="781" actId="26606"/>
          <ac:spMkLst>
            <pc:docMk/>
            <pc:sldMk cId="2265455190" sldId="257"/>
            <ac:spMk id="17" creationId="{7F488E8B-4E1E-4402-8935-D4E6C02615C7}"/>
          </ac:spMkLst>
        </pc:spChg>
      </pc:sldChg>
      <pc:sldChg chg="addSp delSp modSp new mod setBg modClrScheme delDesignElem chgLayout">
        <pc:chgData name="Siranjeevi v" userId="1358a312e2b38d5c" providerId="LiveId" clId="{BB79C224-760F-4F85-A26D-424B097EFB2B}" dt="2026-04-23T20:16:18.219" v="1146" actId="27636"/>
        <pc:sldMkLst>
          <pc:docMk/>
          <pc:sldMk cId="3921807936" sldId="258"/>
        </pc:sldMkLst>
        <pc:spChg chg="add del mod ord">
          <ac:chgData name="Siranjeevi v" userId="1358a312e2b38d5c" providerId="LiveId" clId="{BB79C224-760F-4F85-A26D-424B097EFB2B}" dt="2026-04-23T20:05:10.385" v="1024" actId="700"/>
          <ac:spMkLst>
            <pc:docMk/>
            <pc:sldMk cId="3921807936" sldId="258"/>
            <ac:spMk id="2" creationId="{3AE87FAA-5005-5450-DF8E-02E8106EF5A1}"/>
          </ac:spMkLst>
        </pc:spChg>
        <pc:spChg chg="add mod ord">
          <ac:chgData name="Siranjeevi v" userId="1358a312e2b38d5c" providerId="LiveId" clId="{BB79C224-760F-4F85-A26D-424B097EFB2B}" dt="2026-04-23T20:15:23.964" v="1099" actId="20577"/>
          <ac:spMkLst>
            <pc:docMk/>
            <pc:sldMk cId="3921807936" sldId="258"/>
            <ac:spMk id="5" creationId="{A9A80680-2A6E-1C17-F31C-BE84C626FBF2}"/>
          </ac:spMkLst>
        </pc:spChg>
        <pc:spChg chg="add mod ord">
          <ac:chgData name="Siranjeevi v" userId="1358a312e2b38d5c" providerId="LiveId" clId="{BB79C224-760F-4F85-A26D-424B097EFB2B}" dt="2026-04-23T20:16:18.219" v="1146" actId="27636"/>
          <ac:spMkLst>
            <pc:docMk/>
            <pc:sldMk cId="3921807936" sldId="258"/>
            <ac:spMk id="14" creationId="{1481ECF6-E546-069C-8AAF-09E3CD6C1545}"/>
          </ac:spMkLst>
        </pc:spChg>
        <pc:picChg chg="add del mod">
          <ac:chgData name="Siranjeevi v" userId="1358a312e2b38d5c" providerId="LiveId" clId="{BB79C224-760F-4F85-A26D-424B097EFB2B}" dt="2026-04-23T20:14:57.459" v="1092" actId="21"/>
          <ac:picMkLst>
            <pc:docMk/>
            <pc:sldMk cId="3921807936" sldId="258"/>
            <ac:picMk id="16" creationId="{E3A763EC-730F-12BD-1439-8B0A620280F4}"/>
          </ac:picMkLst>
        </pc:picChg>
      </pc:sldChg>
      <pc:sldChg chg="addSp delSp modSp new mod setBg modClrScheme chgLayout">
        <pc:chgData name="Siranjeevi v" userId="1358a312e2b38d5c" providerId="LiveId" clId="{BB79C224-760F-4F85-A26D-424B097EFB2B}" dt="2026-04-20T08:11:19.300" v="549" actId="20577"/>
        <pc:sldMkLst>
          <pc:docMk/>
          <pc:sldMk cId="1631233428" sldId="259"/>
        </pc:sldMkLst>
        <pc:spChg chg="add mod ord">
          <ac:chgData name="Siranjeevi v" userId="1358a312e2b38d5c" providerId="LiveId" clId="{BB79C224-760F-4F85-A26D-424B097EFB2B}" dt="2026-04-20T08:11:07.492" v="548" actId="20577"/>
          <ac:spMkLst>
            <pc:docMk/>
            <pc:sldMk cId="1631233428" sldId="259"/>
            <ac:spMk id="4" creationId="{D2CF3743-2F2D-5F19-671F-018F0DDD67B5}"/>
          </ac:spMkLst>
        </pc:spChg>
        <pc:spChg chg="add mod ord">
          <ac:chgData name="Siranjeevi v" userId="1358a312e2b38d5c" providerId="LiveId" clId="{BB79C224-760F-4F85-A26D-424B097EFB2B}" dt="2026-04-20T08:07:45.405" v="515" actId="26606"/>
          <ac:spMkLst>
            <pc:docMk/>
            <pc:sldMk cId="1631233428" sldId="259"/>
            <ac:spMk id="16" creationId="{2C80B410-4907-F78D-59CF-FC5E0E2D5CD1}"/>
          </ac:spMkLst>
        </pc:spChg>
        <pc:spChg chg="add mod ord">
          <ac:chgData name="Siranjeevi v" userId="1358a312e2b38d5c" providerId="LiveId" clId="{BB79C224-760F-4F85-A26D-424B097EFB2B}" dt="2026-04-20T08:11:19.300" v="549" actId="20577"/>
          <ac:spMkLst>
            <pc:docMk/>
            <pc:sldMk cId="1631233428" sldId="259"/>
            <ac:spMk id="20" creationId="{02BA663C-BB0F-A58A-6895-04ABC17134E2}"/>
          </ac:spMkLst>
        </pc:spChg>
        <pc:spChg chg="add">
          <ac:chgData name="Siranjeevi v" userId="1358a312e2b38d5c" providerId="LiveId" clId="{BB79C224-760F-4F85-A26D-424B097EFB2B}" dt="2026-04-20T08:10:03.005" v="535" actId="26606"/>
          <ac:spMkLst>
            <pc:docMk/>
            <pc:sldMk cId="1631233428" sldId="259"/>
            <ac:spMk id="113" creationId="{081EA652-8C6A-4E69-BEB9-170809474553}"/>
          </ac:spMkLst>
        </pc:spChg>
        <pc:spChg chg="add">
          <ac:chgData name="Siranjeevi v" userId="1358a312e2b38d5c" providerId="LiveId" clId="{BB79C224-760F-4F85-A26D-424B097EFB2B}" dt="2026-04-20T08:10:03.005" v="535" actId="26606"/>
          <ac:spMkLst>
            <pc:docMk/>
            <pc:sldMk cId="1631233428" sldId="259"/>
            <ac:spMk id="115" creationId="{A4026A73-1F7F-49F2-B319-8CA3B3D53269}"/>
          </ac:spMkLst>
        </pc:spChg>
        <pc:spChg chg="add">
          <ac:chgData name="Siranjeevi v" userId="1358a312e2b38d5c" providerId="LiveId" clId="{BB79C224-760F-4F85-A26D-424B097EFB2B}" dt="2026-04-20T08:10:03.005" v="535" actId="26606"/>
          <ac:spMkLst>
            <pc:docMk/>
            <pc:sldMk cId="1631233428" sldId="259"/>
            <ac:spMk id="117" creationId="{5298780A-33B9-4EA2-8F67-DE68AD62841B}"/>
          </ac:spMkLst>
        </pc:spChg>
        <pc:spChg chg="add">
          <ac:chgData name="Siranjeevi v" userId="1358a312e2b38d5c" providerId="LiveId" clId="{BB79C224-760F-4F85-A26D-424B097EFB2B}" dt="2026-04-20T08:10:03.005" v="535" actId="26606"/>
          <ac:spMkLst>
            <pc:docMk/>
            <pc:sldMk cId="1631233428" sldId="259"/>
            <ac:spMk id="119" creationId="{7F488E8B-4E1E-4402-8935-D4E6C02615C7}"/>
          </ac:spMkLst>
        </pc:spChg>
      </pc:sldChg>
      <pc:sldChg chg="addSp delSp modSp new mod setBg modClrScheme delDesignElem chgLayout">
        <pc:chgData name="Siranjeevi v" userId="1358a312e2b38d5c" providerId="LiveId" clId="{BB79C224-760F-4F85-A26D-424B097EFB2B}" dt="2026-04-23T20:16:26.904" v="1147" actId="14100"/>
        <pc:sldMkLst>
          <pc:docMk/>
          <pc:sldMk cId="2873854654" sldId="260"/>
        </pc:sldMkLst>
        <pc:spChg chg="add mod ord">
          <ac:chgData name="Siranjeevi v" userId="1358a312e2b38d5c" providerId="LiveId" clId="{BB79C224-760F-4F85-A26D-424B097EFB2B}" dt="2026-04-23T20:16:26.904" v="1147" actId="14100"/>
          <ac:spMkLst>
            <pc:docMk/>
            <pc:sldMk cId="2873854654" sldId="260"/>
            <ac:spMk id="7" creationId="{939D731D-0EC6-E706-5C8A-FBBB58C6CD2A}"/>
          </ac:spMkLst>
        </pc:spChg>
        <pc:picChg chg="add del mod ord">
          <ac:chgData name="Siranjeevi v" userId="1358a312e2b38d5c" providerId="LiveId" clId="{BB79C224-760F-4F85-A26D-424B097EFB2B}" dt="2026-04-23T20:14:15.187" v="1085" actId="21"/>
          <ac:picMkLst>
            <pc:docMk/>
            <pc:sldMk cId="2873854654" sldId="260"/>
            <ac:picMk id="5" creationId="{1EB1C4CF-03B6-EF77-3E4C-34EBC278573C}"/>
          </ac:picMkLst>
        </pc:picChg>
      </pc:sldChg>
      <pc:sldChg chg="addSp delSp modSp new mod setBg modClrScheme chgLayout">
        <pc:chgData name="Siranjeevi v" userId="1358a312e2b38d5c" providerId="LiveId" clId="{BB79C224-760F-4F85-A26D-424B097EFB2B}" dt="2026-04-23T20:17:13.790" v="1158" actId="14100"/>
        <pc:sldMkLst>
          <pc:docMk/>
          <pc:sldMk cId="1725412645" sldId="261"/>
        </pc:sldMkLst>
        <pc:spChg chg="add del mod ord">
          <ac:chgData name="Siranjeevi v" userId="1358a312e2b38d5c" providerId="LiveId" clId="{BB79C224-760F-4F85-A26D-424B097EFB2B}" dt="2026-04-23T19:59:18.573" v="848" actId="700"/>
          <ac:spMkLst>
            <pc:docMk/>
            <pc:sldMk cId="1725412645" sldId="261"/>
            <ac:spMk id="2" creationId="{C0E5BB95-B106-2B01-47AD-C3F0C06B7F74}"/>
          </ac:spMkLst>
        </pc:spChg>
        <pc:spChg chg="add del mod ord">
          <ac:chgData name="Siranjeevi v" userId="1358a312e2b38d5c" providerId="LiveId" clId="{BB79C224-760F-4F85-A26D-424B097EFB2B}" dt="2026-04-23T19:59:18.573" v="848" actId="700"/>
          <ac:spMkLst>
            <pc:docMk/>
            <pc:sldMk cId="1725412645" sldId="261"/>
            <ac:spMk id="3" creationId="{C396318A-C652-C16F-4133-6A3EED723A7B}"/>
          </ac:spMkLst>
        </pc:spChg>
        <pc:spChg chg="add">
          <ac:chgData name="Siranjeevi v" userId="1358a312e2b38d5c" providerId="LiveId" clId="{BB79C224-760F-4F85-A26D-424B097EFB2B}" dt="2026-04-23T19:59:25.585" v="850" actId="26606"/>
          <ac:spMkLst>
            <pc:docMk/>
            <pc:sldMk cId="1725412645" sldId="261"/>
            <ac:spMk id="10" creationId="{AB8C311F-7253-4AED-9701-7FC0708C41C7}"/>
          </ac:spMkLst>
        </pc:spChg>
        <pc:spChg chg="add">
          <ac:chgData name="Siranjeevi v" userId="1358a312e2b38d5c" providerId="LiveId" clId="{BB79C224-760F-4F85-A26D-424B097EFB2B}" dt="2026-04-23T19:59:25.585" v="850" actId="26606"/>
          <ac:spMkLst>
            <pc:docMk/>
            <pc:sldMk cId="1725412645" sldId="261"/>
            <ac:spMk id="12" creationId="{E2384209-CB15-4CDF-9D31-C44FD9A3F20D}"/>
          </ac:spMkLst>
        </pc:spChg>
        <pc:spChg chg="add">
          <ac:chgData name="Siranjeevi v" userId="1358a312e2b38d5c" providerId="LiveId" clId="{BB79C224-760F-4F85-A26D-424B097EFB2B}" dt="2026-04-23T19:59:25.585" v="850" actId="26606"/>
          <ac:spMkLst>
            <pc:docMk/>
            <pc:sldMk cId="1725412645" sldId="261"/>
            <ac:spMk id="14" creationId="{2633B3B5-CC90-43F0-8714-D31D1F3F0209}"/>
          </ac:spMkLst>
        </pc:spChg>
        <pc:spChg chg="add">
          <ac:chgData name="Siranjeevi v" userId="1358a312e2b38d5c" providerId="LiveId" clId="{BB79C224-760F-4F85-A26D-424B097EFB2B}" dt="2026-04-23T19:59:25.585" v="850" actId="26606"/>
          <ac:spMkLst>
            <pc:docMk/>
            <pc:sldMk cId="1725412645" sldId="261"/>
            <ac:spMk id="16" creationId="{A8D57A06-A426-446D-B02C-A2DC6B62E45E}"/>
          </ac:spMkLst>
        </pc:spChg>
        <pc:picChg chg="add mod">
          <ac:chgData name="Siranjeevi v" userId="1358a312e2b38d5c" providerId="LiveId" clId="{BB79C224-760F-4F85-A26D-424B097EFB2B}" dt="2026-04-23T20:17:13.790" v="1158" actId="14100"/>
          <ac:picMkLst>
            <pc:docMk/>
            <pc:sldMk cId="1725412645" sldId="261"/>
            <ac:picMk id="5" creationId="{4E5348C2-5C35-1CCF-3C19-CCEB88CAFBCA}"/>
          </ac:picMkLst>
        </pc:picChg>
      </pc:sldChg>
      <pc:sldChg chg="addSp delSp modSp new mod setBg modClrScheme chgLayout">
        <pc:chgData name="Siranjeevi v" userId="1358a312e2b38d5c" providerId="LiveId" clId="{BB79C224-760F-4F85-A26D-424B097EFB2B}" dt="2026-04-20T08:17:02.724" v="610" actId="122"/>
        <pc:sldMkLst>
          <pc:docMk/>
          <pc:sldMk cId="2323101037" sldId="262"/>
        </pc:sldMkLst>
        <pc:spChg chg="add mod">
          <ac:chgData name="Siranjeevi v" userId="1358a312e2b38d5c" providerId="LiveId" clId="{BB79C224-760F-4F85-A26D-424B097EFB2B}" dt="2026-04-20T08:17:02.724" v="610" actId="122"/>
          <ac:spMkLst>
            <pc:docMk/>
            <pc:sldMk cId="2323101037" sldId="262"/>
            <ac:spMk id="9" creationId="{9B285B66-064D-AD86-4C8A-0F8331C7CCF6}"/>
          </ac:spMkLst>
        </pc:spChg>
        <pc:spChg chg="add">
          <ac:chgData name="Siranjeevi v" userId="1358a312e2b38d5c" providerId="LiveId" clId="{BB79C224-760F-4F85-A26D-424B097EFB2B}" dt="2026-04-20T08:15:57.341" v="598" actId="26606"/>
          <ac:spMkLst>
            <pc:docMk/>
            <pc:sldMk cId="2323101037" sldId="262"/>
            <ac:spMk id="16" creationId="{0C541B88-1AE9-40C3-AFD5-967787C1979F}"/>
          </ac:spMkLst>
        </pc:spChg>
        <pc:spChg chg="add">
          <ac:chgData name="Siranjeevi v" userId="1358a312e2b38d5c" providerId="LiveId" clId="{BB79C224-760F-4F85-A26D-424B097EFB2B}" dt="2026-04-20T08:15:57.341" v="598" actId="26606"/>
          <ac:spMkLst>
            <pc:docMk/>
            <pc:sldMk cId="2323101037" sldId="262"/>
            <ac:spMk id="18" creationId="{E5F17139-31EE-46AC-B04F-DBBD852DD6CB}"/>
          </ac:spMkLst>
        </pc:spChg>
        <pc:spChg chg="add">
          <ac:chgData name="Siranjeevi v" userId="1358a312e2b38d5c" providerId="LiveId" clId="{BB79C224-760F-4F85-A26D-424B097EFB2B}" dt="2026-04-20T08:15:57.341" v="598" actId="26606"/>
          <ac:spMkLst>
            <pc:docMk/>
            <pc:sldMk cId="2323101037" sldId="262"/>
            <ac:spMk id="24" creationId="{89D16701-DA76-4F72-BB63-E2C3FFBDFE0F}"/>
          </ac:spMkLst>
        </pc:spChg>
        <pc:spChg chg="add">
          <ac:chgData name="Siranjeevi v" userId="1358a312e2b38d5c" providerId="LiveId" clId="{BB79C224-760F-4F85-A26D-424B097EFB2B}" dt="2026-04-20T08:15:57.341" v="598" actId="26606"/>
          <ac:spMkLst>
            <pc:docMk/>
            <pc:sldMk cId="2323101037" sldId="262"/>
            <ac:spMk id="26" creationId="{1CC28BE1-9DC6-43FE-9582-39F091098D77}"/>
          </ac:spMkLst>
        </pc:spChg>
        <pc:grpChg chg="add">
          <ac:chgData name="Siranjeevi v" userId="1358a312e2b38d5c" providerId="LiveId" clId="{BB79C224-760F-4F85-A26D-424B097EFB2B}" dt="2026-04-20T08:15:57.341" v="598" actId="26606"/>
          <ac:grpSpMkLst>
            <pc:docMk/>
            <pc:sldMk cId="2323101037" sldId="262"/>
            <ac:grpSpMk id="20" creationId="{7CF625D3-71A3-4F30-A096-8EF334E959D0}"/>
          </ac:grpSpMkLst>
        </pc:grpChg>
        <pc:grpChg chg="add">
          <ac:chgData name="Siranjeevi v" userId="1358a312e2b38d5c" providerId="LiveId" clId="{BB79C224-760F-4F85-A26D-424B097EFB2B}" dt="2026-04-20T08:15:57.341" v="598" actId="26606"/>
          <ac:grpSpMkLst>
            <pc:docMk/>
            <pc:sldMk cId="2323101037" sldId="262"/>
            <ac:grpSpMk id="28" creationId="{AF9AF3F3-CE0C-4125-BDD7-346487FA0B40}"/>
          </ac:grpSpMkLst>
        </pc:grpChg>
        <pc:graphicFrameChg chg="add mod">
          <ac:chgData name="Siranjeevi v" userId="1358a312e2b38d5c" providerId="LiveId" clId="{BB79C224-760F-4F85-A26D-424B097EFB2B}" dt="2026-04-20T08:16:45.436" v="606" actId="2711"/>
          <ac:graphicFrameMkLst>
            <pc:docMk/>
            <pc:sldMk cId="2323101037" sldId="262"/>
            <ac:graphicFrameMk id="12" creationId="{35188ADA-7897-A21D-92AB-05C07ED08C6A}"/>
          </ac:graphicFrameMkLst>
        </pc:graphicFrameChg>
      </pc:sldChg>
      <pc:sldChg chg="addSp delSp modSp new mod setBg modClrScheme chgLayout">
        <pc:chgData name="Siranjeevi v" userId="1358a312e2b38d5c" providerId="LiveId" clId="{BB79C224-760F-4F85-A26D-424B097EFB2B}" dt="2026-04-23T20:02:00.335" v="953" actId="1076"/>
        <pc:sldMkLst>
          <pc:docMk/>
          <pc:sldMk cId="1023402921" sldId="263"/>
        </pc:sldMkLst>
        <pc:spChg chg="add mod ord">
          <ac:chgData name="Siranjeevi v" userId="1358a312e2b38d5c" providerId="LiveId" clId="{BB79C224-760F-4F85-A26D-424B097EFB2B}" dt="2026-04-23T20:01:38.923" v="948" actId="1076"/>
          <ac:spMkLst>
            <pc:docMk/>
            <pc:sldMk cId="1023402921" sldId="263"/>
            <ac:spMk id="2" creationId="{11B0705B-1A51-229C-F18C-DA2D4F1FBF30}"/>
          </ac:spMkLst>
        </pc:spChg>
        <pc:spChg chg="add mod ord">
          <ac:chgData name="Siranjeevi v" userId="1358a312e2b38d5c" providerId="LiveId" clId="{BB79C224-760F-4F85-A26D-424B097EFB2B}" dt="2026-04-23T20:01:30.810" v="946" actId="14100"/>
          <ac:spMkLst>
            <pc:docMk/>
            <pc:sldMk cId="1023402921" sldId="263"/>
            <ac:spMk id="3" creationId="{EE66F651-B2C3-26B5-7C41-86DD9E6BFA75}"/>
          </ac:spMkLst>
        </pc:spChg>
        <pc:picChg chg="add mod ord">
          <ac:chgData name="Siranjeevi v" userId="1358a312e2b38d5c" providerId="LiveId" clId="{BB79C224-760F-4F85-A26D-424B097EFB2B}" dt="2026-04-23T20:01:51.010" v="950" actId="1076"/>
          <ac:picMkLst>
            <pc:docMk/>
            <pc:sldMk cId="1023402921" sldId="263"/>
            <ac:picMk id="5" creationId="{04082AB9-4697-068F-123D-A74EE3FC79F0}"/>
          </ac:picMkLst>
        </pc:picChg>
        <pc:picChg chg="add mod">
          <ac:chgData name="Siranjeevi v" userId="1358a312e2b38d5c" providerId="LiveId" clId="{BB79C224-760F-4F85-A26D-424B097EFB2B}" dt="2026-04-23T20:02:00.335" v="953" actId="1076"/>
          <ac:picMkLst>
            <pc:docMk/>
            <pc:sldMk cId="1023402921" sldId="263"/>
            <ac:picMk id="7" creationId="{9A8B2F4E-4A9F-D355-3654-EDC50AB9912C}"/>
          </ac:picMkLst>
        </pc:picChg>
      </pc:sldChg>
      <pc:sldChg chg="addSp delSp modSp new mod modClrScheme chgLayout">
        <pc:chgData name="Siranjeevi v" userId="1358a312e2b38d5c" providerId="LiveId" clId="{BB79C224-760F-4F85-A26D-424B097EFB2B}" dt="2026-04-21T12:55:05.529" v="722" actId="1076"/>
        <pc:sldMkLst>
          <pc:docMk/>
          <pc:sldMk cId="352532335" sldId="264"/>
        </pc:sldMkLst>
        <pc:spChg chg="mod ord">
          <ac:chgData name="Siranjeevi v" userId="1358a312e2b38d5c" providerId="LiveId" clId="{BB79C224-760F-4F85-A26D-424B097EFB2B}" dt="2026-04-21T12:51:21.380" v="691" actId="27636"/>
          <ac:spMkLst>
            <pc:docMk/>
            <pc:sldMk cId="352532335" sldId="264"/>
            <ac:spMk id="3" creationId="{EB21F28E-2873-7B23-9B7C-1EADEB4FD62E}"/>
          </ac:spMkLst>
        </pc:spChg>
        <pc:picChg chg="add mod">
          <ac:chgData name="Siranjeevi v" userId="1358a312e2b38d5c" providerId="LiveId" clId="{BB79C224-760F-4F85-A26D-424B097EFB2B}" dt="2026-04-21T12:55:05.529" v="722" actId="1076"/>
          <ac:picMkLst>
            <pc:docMk/>
            <pc:sldMk cId="352532335" sldId="264"/>
            <ac:picMk id="5" creationId="{11C0411F-A2C1-35A4-1791-BA907554BA94}"/>
          </ac:picMkLst>
        </pc:picChg>
      </pc:sldChg>
      <pc:sldChg chg="addSp delSp modSp new mod modClrScheme chgLayout">
        <pc:chgData name="Siranjeevi v" userId="1358a312e2b38d5c" providerId="LiveId" clId="{BB79C224-760F-4F85-A26D-424B097EFB2B}" dt="2026-04-21T13:10:25.692" v="770" actId="20577"/>
        <pc:sldMkLst>
          <pc:docMk/>
          <pc:sldMk cId="3233775760" sldId="265"/>
        </pc:sldMkLst>
        <pc:spChg chg="add mod ord">
          <ac:chgData name="Siranjeevi v" userId="1358a312e2b38d5c" providerId="LiveId" clId="{BB79C224-760F-4F85-A26D-424B097EFB2B}" dt="2026-04-21T13:10:25.692" v="770" actId="20577"/>
          <ac:spMkLst>
            <pc:docMk/>
            <pc:sldMk cId="3233775760" sldId="265"/>
            <ac:spMk id="4" creationId="{9C8DF2A8-6963-7FFF-F8BC-C715F08A8266}"/>
          </ac:spMkLst>
        </pc:spChg>
        <pc:spChg chg="add mod ord">
          <ac:chgData name="Siranjeevi v" userId="1358a312e2b38d5c" providerId="LiveId" clId="{BB79C224-760F-4F85-A26D-424B097EFB2B}" dt="2026-04-21T13:09:37.350" v="761" actId="14100"/>
          <ac:spMkLst>
            <pc:docMk/>
            <pc:sldMk cId="3233775760" sldId="265"/>
            <ac:spMk id="5" creationId="{C80C7368-8AF6-1163-E50D-250FF58ABB1B}"/>
          </ac:spMkLst>
        </pc:spChg>
      </pc:sldChg>
      <pc:sldChg chg="addSp modSp new mod modClrScheme chgLayout">
        <pc:chgData name="Siranjeevi v" userId="1358a312e2b38d5c" providerId="LiveId" clId="{BB79C224-760F-4F85-A26D-424B097EFB2B}" dt="2026-04-23T19:59:57.532" v="899" actId="20577"/>
        <pc:sldMkLst>
          <pc:docMk/>
          <pc:sldMk cId="2135241578" sldId="266"/>
        </pc:sldMkLst>
        <pc:spChg chg="mod ord">
          <ac:chgData name="Siranjeevi v" userId="1358a312e2b38d5c" providerId="LiveId" clId="{BB79C224-760F-4F85-A26D-424B097EFB2B}" dt="2026-04-23T19:57:43.113" v="835" actId="700"/>
          <ac:spMkLst>
            <pc:docMk/>
            <pc:sldMk cId="2135241578" sldId="266"/>
            <ac:spMk id="2" creationId="{C747CC44-124C-9443-866A-9A15AF8A6076}"/>
          </ac:spMkLst>
        </pc:spChg>
        <pc:spChg chg="add mod ord">
          <ac:chgData name="Siranjeevi v" userId="1358a312e2b38d5c" providerId="LiveId" clId="{BB79C224-760F-4F85-A26D-424B097EFB2B}" dt="2026-04-23T19:59:57.532" v="899" actId="20577"/>
          <ac:spMkLst>
            <pc:docMk/>
            <pc:sldMk cId="2135241578" sldId="266"/>
            <ac:spMk id="3" creationId="{AFFD3167-FEF6-5061-6503-0C650C3E3907}"/>
          </ac:spMkLst>
        </pc:spChg>
      </pc:sldChg>
      <pc:sldChg chg="addSp modSp new mod setBg">
        <pc:chgData name="Siranjeevi v" userId="1358a312e2b38d5c" providerId="LiveId" clId="{BB79C224-760F-4F85-A26D-424B097EFB2B}" dt="2026-04-23T20:17:42.684" v="1162" actId="14100"/>
        <pc:sldMkLst>
          <pc:docMk/>
          <pc:sldMk cId="3791407249" sldId="267"/>
        </pc:sldMkLst>
        <pc:spChg chg="add">
          <ac:chgData name="Siranjeevi v" userId="1358a312e2b38d5c" providerId="LiveId" clId="{BB79C224-760F-4F85-A26D-424B097EFB2B}" dt="2026-04-23T20:14:49.650" v="1091" actId="26606"/>
          <ac:spMkLst>
            <pc:docMk/>
            <pc:sldMk cId="3791407249" sldId="267"/>
            <ac:spMk id="10" creationId="{AB8C311F-7253-4AED-9701-7FC0708C41C7}"/>
          </ac:spMkLst>
        </pc:spChg>
        <pc:spChg chg="add">
          <ac:chgData name="Siranjeevi v" userId="1358a312e2b38d5c" providerId="LiveId" clId="{BB79C224-760F-4F85-A26D-424B097EFB2B}" dt="2026-04-23T20:14:49.650" v="1091" actId="26606"/>
          <ac:spMkLst>
            <pc:docMk/>
            <pc:sldMk cId="3791407249" sldId="267"/>
            <ac:spMk id="12" creationId="{E2384209-CB15-4CDF-9D31-C44FD9A3F20D}"/>
          </ac:spMkLst>
        </pc:spChg>
        <pc:spChg chg="add">
          <ac:chgData name="Siranjeevi v" userId="1358a312e2b38d5c" providerId="LiveId" clId="{BB79C224-760F-4F85-A26D-424B097EFB2B}" dt="2026-04-23T20:14:49.650" v="1091" actId="26606"/>
          <ac:spMkLst>
            <pc:docMk/>
            <pc:sldMk cId="3791407249" sldId="267"/>
            <ac:spMk id="14" creationId="{2633B3B5-CC90-43F0-8714-D31D1F3F0209}"/>
          </ac:spMkLst>
        </pc:spChg>
        <pc:spChg chg="add">
          <ac:chgData name="Siranjeevi v" userId="1358a312e2b38d5c" providerId="LiveId" clId="{BB79C224-760F-4F85-A26D-424B097EFB2B}" dt="2026-04-23T20:14:49.650" v="1091" actId="26606"/>
          <ac:spMkLst>
            <pc:docMk/>
            <pc:sldMk cId="3791407249" sldId="267"/>
            <ac:spMk id="16" creationId="{A8D57A06-A426-446D-B02C-A2DC6B62E45E}"/>
          </ac:spMkLst>
        </pc:spChg>
        <pc:picChg chg="add mod">
          <ac:chgData name="Siranjeevi v" userId="1358a312e2b38d5c" providerId="LiveId" clId="{BB79C224-760F-4F85-A26D-424B097EFB2B}" dt="2026-04-23T20:17:42.684" v="1162" actId="14100"/>
          <ac:picMkLst>
            <pc:docMk/>
            <pc:sldMk cId="3791407249" sldId="267"/>
            <ac:picMk id="5" creationId="{1EB1C4CF-03B6-EF77-3E4C-34EBC278573C}"/>
          </ac:picMkLst>
        </pc:picChg>
      </pc:sldChg>
      <pc:sldChg chg="addSp modSp new mod setBg">
        <pc:chgData name="Siranjeevi v" userId="1358a312e2b38d5c" providerId="LiveId" clId="{BB79C224-760F-4F85-A26D-424B097EFB2B}" dt="2026-04-23T20:16:56.375" v="1154" actId="14100"/>
        <pc:sldMkLst>
          <pc:docMk/>
          <pc:sldMk cId="3464042524" sldId="268"/>
        </pc:sldMkLst>
        <pc:spChg chg="add">
          <ac:chgData name="Siranjeevi v" userId="1358a312e2b38d5c" providerId="LiveId" clId="{BB79C224-760F-4F85-A26D-424B097EFB2B}" dt="2026-04-23T20:16:38.677" v="1150" actId="26606"/>
          <ac:spMkLst>
            <pc:docMk/>
            <pc:sldMk cId="3464042524" sldId="268"/>
            <ac:spMk id="21" creationId="{AB8C311F-7253-4AED-9701-7FC0708C41C7}"/>
          </ac:spMkLst>
        </pc:spChg>
        <pc:spChg chg="add">
          <ac:chgData name="Siranjeevi v" userId="1358a312e2b38d5c" providerId="LiveId" clId="{BB79C224-760F-4F85-A26D-424B097EFB2B}" dt="2026-04-23T20:16:38.677" v="1150" actId="26606"/>
          <ac:spMkLst>
            <pc:docMk/>
            <pc:sldMk cId="3464042524" sldId="268"/>
            <ac:spMk id="23" creationId="{E2384209-CB15-4CDF-9D31-C44FD9A3F20D}"/>
          </ac:spMkLst>
        </pc:spChg>
        <pc:spChg chg="add">
          <ac:chgData name="Siranjeevi v" userId="1358a312e2b38d5c" providerId="LiveId" clId="{BB79C224-760F-4F85-A26D-424B097EFB2B}" dt="2026-04-23T20:16:38.677" v="1150" actId="26606"/>
          <ac:spMkLst>
            <pc:docMk/>
            <pc:sldMk cId="3464042524" sldId="268"/>
            <ac:spMk id="25" creationId="{2633B3B5-CC90-43F0-8714-D31D1F3F0209}"/>
          </ac:spMkLst>
        </pc:spChg>
        <pc:spChg chg="add">
          <ac:chgData name="Siranjeevi v" userId="1358a312e2b38d5c" providerId="LiveId" clId="{BB79C224-760F-4F85-A26D-424B097EFB2B}" dt="2026-04-23T20:16:38.677" v="1150" actId="26606"/>
          <ac:spMkLst>
            <pc:docMk/>
            <pc:sldMk cId="3464042524" sldId="268"/>
            <ac:spMk id="27" creationId="{A8D57A06-A426-446D-B02C-A2DC6B62E45E}"/>
          </ac:spMkLst>
        </pc:spChg>
        <pc:picChg chg="add mod">
          <ac:chgData name="Siranjeevi v" userId="1358a312e2b38d5c" providerId="LiveId" clId="{BB79C224-760F-4F85-A26D-424B097EFB2B}" dt="2026-04-23T20:16:56.375" v="1154" actId="14100"/>
          <ac:picMkLst>
            <pc:docMk/>
            <pc:sldMk cId="3464042524" sldId="268"/>
            <ac:picMk id="16" creationId="{E3A763EC-730F-12BD-1439-8B0A620280F4}"/>
          </ac:picMkLst>
        </pc:picChg>
      </pc:sldChg>
      <pc:sldChg chg="addSp delSp modSp new mod setBg modClrScheme addAnim setClrOvrMap chgLayout">
        <pc:chgData name="Siranjeevi v" userId="1358a312e2b38d5c" providerId="LiveId" clId="{BB79C224-760F-4F85-A26D-424B097EFB2B}" dt="2026-04-23T20:19:02.603" v="1203"/>
        <pc:sldMkLst>
          <pc:docMk/>
          <pc:sldMk cId="2543246764" sldId="269"/>
        </pc:sldMkLst>
        <pc:spChg chg="add mod">
          <ac:chgData name="Siranjeevi v" userId="1358a312e2b38d5c" providerId="LiveId" clId="{BB79C224-760F-4F85-A26D-424B097EFB2B}" dt="2026-04-23T20:19:02.603" v="1202" actId="26606"/>
          <ac:spMkLst>
            <pc:docMk/>
            <pc:sldMk cId="2543246764" sldId="269"/>
            <ac:spMk id="2" creationId="{3D9013B7-9401-BB00-AAA9-2661C9E59377}"/>
          </ac:spMkLst>
        </pc:spChg>
        <pc:spChg chg="add del">
          <ac:chgData name="Siranjeevi v" userId="1358a312e2b38d5c" providerId="LiveId" clId="{BB79C224-760F-4F85-A26D-424B097EFB2B}" dt="2026-04-23T20:18:49.651" v="1199" actId="26606"/>
          <ac:spMkLst>
            <pc:docMk/>
            <pc:sldMk cId="2543246764" sldId="269"/>
            <ac:spMk id="7" creationId="{3677BAFB-3BD3-41BB-9107-FAE224AE21C4}"/>
          </ac:spMkLst>
        </pc:spChg>
        <pc:spChg chg="add del">
          <ac:chgData name="Siranjeevi v" userId="1358a312e2b38d5c" providerId="LiveId" clId="{BB79C224-760F-4F85-A26D-424B097EFB2B}" dt="2026-04-23T20:18:47.322" v="1197" actId="26606"/>
          <ac:spMkLst>
            <pc:docMk/>
            <pc:sldMk cId="2543246764" sldId="269"/>
            <ac:spMk id="9" creationId="{A3363022-C969-41E9-8EB2-E4C94908C1FA}"/>
          </ac:spMkLst>
        </pc:spChg>
        <pc:spChg chg="add del">
          <ac:chgData name="Siranjeevi v" userId="1358a312e2b38d5c" providerId="LiveId" clId="{BB79C224-760F-4F85-A26D-424B097EFB2B}" dt="2026-04-23T20:18:47.322" v="1197" actId="26606"/>
          <ac:spMkLst>
            <pc:docMk/>
            <pc:sldMk cId="2543246764" sldId="269"/>
            <ac:spMk id="11" creationId="{8D1AD6B3-BE88-4CEB-BA17-790657CC4729}"/>
          </ac:spMkLst>
        </pc:spChg>
        <pc:spChg chg="add del">
          <ac:chgData name="Siranjeevi v" userId="1358a312e2b38d5c" providerId="LiveId" clId="{BB79C224-760F-4F85-A26D-424B097EFB2B}" dt="2026-04-23T20:18:49.651" v="1199" actId="26606"/>
          <ac:spMkLst>
            <pc:docMk/>
            <pc:sldMk cId="2543246764" sldId="269"/>
            <ac:spMk id="17" creationId="{D82AB1B2-7970-42CF-8BF5-567C69E9FFFB}"/>
          </ac:spMkLst>
        </pc:spChg>
        <pc:spChg chg="add del">
          <ac:chgData name="Siranjeevi v" userId="1358a312e2b38d5c" providerId="LiveId" clId="{BB79C224-760F-4F85-A26D-424B097EFB2B}" dt="2026-04-23T20:18:49.651" v="1199" actId="26606"/>
          <ac:spMkLst>
            <pc:docMk/>
            <pc:sldMk cId="2543246764" sldId="269"/>
            <ac:spMk id="18" creationId="{E6823A9B-C188-42D4-847C-3AD928DB145C}"/>
          </ac:spMkLst>
        </pc:spChg>
        <pc:spChg chg="add del">
          <ac:chgData name="Siranjeevi v" userId="1358a312e2b38d5c" providerId="LiveId" clId="{BB79C224-760F-4F85-A26D-424B097EFB2B}" dt="2026-04-23T20:18:49.651" v="1199" actId="26606"/>
          <ac:spMkLst>
            <pc:docMk/>
            <pc:sldMk cId="2543246764" sldId="269"/>
            <ac:spMk id="22" creationId="{34B557F3-1A0C-4749-A6DB-EAC082DF390B}"/>
          </ac:spMkLst>
        </pc:spChg>
        <pc:spChg chg="add del">
          <ac:chgData name="Siranjeevi v" userId="1358a312e2b38d5c" providerId="LiveId" clId="{BB79C224-760F-4F85-A26D-424B097EFB2B}" dt="2026-04-23T20:18:49.651" v="1199" actId="26606"/>
          <ac:spMkLst>
            <pc:docMk/>
            <pc:sldMk cId="2543246764" sldId="269"/>
            <ac:spMk id="23" creationId="{C10FB9CA-E7FA-462C-B537-F1224ED1ACF4}"/>
          </ac:spMkLst>
        </pc:spChg>
        <pc:spChg chg="add del">
          <ac:chgData name="Siranjeevi v" userId="1358a312e2b38d5c" providerId="LiveId" clId="{BB79C224-760F-4F85-A26D-424B097EFB2B}" dt="2026-04-23T20:18:49.651" v="1199" actId="26606"/>
          <ac:spMkLst>
            <pc:docMk/>
            <pc:sldMk cId="2543246764" sldId="269"/>
            <ac:spMk id="24" creationId="{55D55AA6-3751-494F-868A-DCEDC5CE82BF}"/>
          </ac:spMkLst>
        </pc:spChg>
        <pc:spChg chg="add del">
          <ac:chgData name="Siranjeevi v" userId="1358a312e2b38d5c" providerId="LiveId" clId="{BB79C224-760F-4F85-A26D-424B097EFB2B}" dt="2026-04-23T20:18:49.651" v="1199" actId="26606"/>
          <ac:spMkLst>
            <pc:docMk/>
            <pc:sldMk cId="2543246764" sldId="269"/>
            <ac:spMk id="25" creationId="{D8469AE7-A75B-4F37-850B-EF5974ABED2C}"/>
          </ac:spMkLst>
        </pc:spChg>
        <pc:spChg chg="add del">
          <ac:chgData name="Siranjeevi v" userId="1358a312e2b38d5c" providerId="LiveId" clId="{BB79C224-760F-4F85-A26D-424B097EFB2B}" dt="2026-04-23T20:18:49.651" v="1199" actId="26606"/>
          <ac:spMkLst>
            <pc:docMk/>
            <pc:sldMk cId="2543246764" sldId="269"/>
            <ac:spMk id="26" creationId="{4D4C00DC-4DC6-4CD2-9E31-F17E6CEBC5A6}"/>
          </ac:spMkLst>
        </pc:spChg>
        <pc:spChg chg="add del">
          <ac:chgData name="Siranjeevi v" userId="1358a312e2b38d5c" providerId="LiveId" clId="{BB79C224-760F-4F85-A26D-424B097EFB2B}" dt="2026-04-23T20:19:02.603" v="1202" actId="26606"/>
          <ac:spMkLst>
            <pc:docMk/>
            <pc:sldMk cId="2543246764" sldId="269"/>
            <ac:spMk id="198" creationId="{66B332A4-D438-4773-A77F-5ED49A448D9D}"/>
          </ac:spMkLst>
        </pc:spChg>
        <pc:spChg chg="add del">
          <ac:chgData name="Siranjeevi v" userId="1358a312e2b38d5c" providerId="LiveId" clId="{BB79C224-760F-4F85-A26D-424B097EFB2B}" dt="2026-04-23T20:19:02.603" v="1202" actId="26606"/>
          <ac:spMkLst>
            <pc:docMk/>
            <pc:sldMk cId="2543246764" sldId="269"/>
            <ac:spMk id="199" creationId="{DF9AD32D-FF05-44F4-BD4D-9CEE89B71EB9}"/>
          </ac:spMkLst>
        </pc:spChg>
        <pc:spChg chg="add">
          <ac:chgData name="Siranjeevi v" userId="1358a312e2b38d5c" providerId="LiveId" clId="{BB79C224-760F-4F85-A26D-424B097EFB2B}" dt="2026-04-23T20:19:02.603" v="1202" actId="26606"/>
          <ac:spMkLst>
            <pc:docMk/>
            <pc:sldMk cId="2543246764" sldId="269"/>
            <ac:spMk id="204" creationId="{66B332A4-D438-4773-A77F-5ED49A448D9D}"/>
          </ac:spMkLst>
        </pc:spChg>
        <pc:spChg chg="add">
          <ac:chgData name="Siranjeevi v" userId="1358a312e2b38d5c" providerId="LiveId" clId="{BB79C224-760F-4F85-A26D-424B097EFB2B}" dt="2026-04-23T20:19:02.603" v="1202" actId="26606"/>
          <ac:spMkLst>
            <pc:docMk/>
            <pc:sldMk cId="2543246764" sldId="269"/>
            <ac:spMk id="206" creationId="{DF9AD32D-FF05-44F4-BD4D-9CEE89B71EB9}"/>
          </ac:spMkLst>
        </pc:spChg>
        <pc:grpChg chg="add del">
          <ac:chgData name="Siranjeevi v" userId="1358a312e2b38d5c" providerId="LiveId" clId="{BB79C224-760F-4F85-A26D-424B097EFB2B}" dt="2026-04-23T20:18:47.322" v="1197" actId="26606"/>
          <ac:grpSpMkLst>
            <pc:docMk/>
            <pc:sldMk cId="2543246764" sldId="269"/>
            <ac:grpSpMk id="13" creationId="{89D1390B-7E13-4B4F-9CB2-391063412E54}"/>
          </ac:grpSpMkLst>
        </pc:grpChg>
        <pc:grpChg chg="add del">
          <ac:chgData name="Siranjeevi v" userId="1358a312e2b38d5c" providerId="LiveId" clId="{BB79C224-760F-4F85-A26D-424B097EFB2B}" dt="2026-04-23T20:18:49.651" v="1199" actId="26606"/>
          <ac:grpSpMkLst>
            <pc:docMk/>
            <pc:sldMk cId="2543246764" sldId="269"/>
            <ac:grpSpMk id="27" creationId="{63301095-70B2-49AA-8DA9-A35629AD621C}"/>
          </ac:grpSpMkLst>
        </pc:grpChg>
        <pc:picChg chg="add del">
          <ac:chgData name="Siranjeevi v" userId="1358a312e2b38d5c" providerId="LiveId" clId="{BB79C224-760F-4F85-A26D-424B097EFB2B}" dt="2026-04-23T20:18:47.322" v="1197" actId="26606"/>
          <ac:picMkLst>
            <pc:docMk/>
            <pc:sldMk cId="2543246764" sldId="269"/>
            <ac:picMk id="6" creationId="{575F1C7C-2478-6998-4B7B-D54F93E64C9C}"/>
          </ac:picMkLst>
        </pc:picChg>
      </pc:sldChg>
      <pc:sldChg chg="addSp delSp modSp new mod modClrScheme chgLayout">
        <pc:chgData name="Siranjeevi v" userId="1358a312e2b38d5c" providerId="LiveId" clId="{BB79C224-760F-4F85-A26D-424B097EFB2B}" dt="2026-04-23T20:40:29.864" v="1756" actId="14100"/>
        <pc:sldMkLst>
          <pc:docMk/>
          <pc:sldMk cId="1795947622" sldId="270"/>
        </pc:sldMkLst>
        <pc:spChg chg="del mod ord">
          <ac:chgData name="Siranjeevi v" userId="1358a312e2b38d5c" providerId="LiveId" clId="{BB79C224-760F-4F85-A26D-424B097EFB2B}" dt="2026-04-23T20:23:45.814" v="1205" actId="700"/>
          <ac:spMkLst>
            <pc:docMk/>
            <pc:sldMk cId="1795947622" sldId="270"/>
            <ac:spMk id="2" creationId="{E6A7C8D4-B8B4-58D9-1D12-1049D1750213}"/>
          </ac:spMkLst>
        </pc:spChg>
        <pc:spChg chg="add del mod ord">
          <ac:chgData name="Siranjeevi v" userId="1358a312e2b38d5c" providerId="LiveId" clId="{BB79C224-760F-4F85-A26D-424B097EFB2B}" dt="2026-04-23T20:31:44.267" v="1388" actId="700"/>
          <ac:spMkLst>
            <pc:docMk/>
            <pc:sldMk cId="1795947622" sldId="270"/>
            <ac:spMk id="3" creationId="{A359B34C-6C2A-3728-D18B-01DCB9A8BF35}"/>
          </ac:spMkLst>
        </pc:spChg>
        <pc:spChg chg="add del mod ord">
          <ac:chgData name="Siranjeevi v" userId="1358a312e2b38d5c" providerId="LiveId" clId="{BB79C224-760F-4F85-A26D-424B097EFB2B}" dt="2026-04-23T20:23:48.330" v="1206"/>
          <ac:spMkLst>
            <pc:docMk/>
            <pc:sldMk cId="1795947622" sldId="270"/>
            <ac:spMk id="4" creationId="{9C862D7D-B910-9D92-BF27-5760B4423731}"/>
          </ac:spMkLst>
        </pc:spChg>
        <pc:spChg chg="add mod ord">
          <ac:chgData name="Siranjeevi v" userId="1358a312e2b38d5c" providerId="LiveId" clId="{BB79C224-760F-4F85-A26D-424B097EFB2B}" dt="2026-04-23T20:40:29.864" v="1756" actId="14100"/>
          <ac:spMkLst>
            <pc:docMk/>
            <pc:sldMk cId="1795947622" sldId="270"/>
            <ac:spMk id="7" creationId="{45FD7253-D047-822C-EDBA-AEE0B3E63480}"/>
          </ac:spMkLst>
        </pc:spChg>
        <pc:picChg chg="add del mod">
          <ac:chgData name="Siranjeevi v" userId="1358a312e2b38d5c" providerId="LiveId" clId="{BB79C224-760F-4F85-A26D-424B097EFB2B}" dt="2026-04-23T20:23:52.500" v="1207" actId="21"/>
          <ac:picMkLst>
            <pc:docMk/>
            <pc:sldMk cId="1795947622" sldId="270"/>
            <ac:picMk id="5" creationId="{F5B50997-A951-3E4C-A403-E0BAD9E653B1}"/>
          </ac:picMkLst>
        </pc:picChg>
      </pc:sldChg>
      <pc:sldChg chg="addSp modSp new mod modClrScheme chgLayout">
        <pc:chgData name="Siranjeevi v" userId="1358a312e2b38d5c" providerId="LiveId" clId="{BB79C224-760F-4F85-A26D-424B097EFB2B}" dt="2026-04-23T20:39:50.606" v="1742" actId="20577"/>
        <pc:sldMkLst>
          <pc:docMk/>
          <pc:sldMk cId="2159247107" sldId="271"/>
        </pc:sldMkLst>
        <pc:spChg chg="add mod">
          <ac:chgData name="Siranjeevi v" userId="1358a312e2b38d5c" providerId="LiveId" clId="{BB79C224-760F-4F85-A26D-424B097EFB2B}" dt="2026-04-23T20:39:12.095" v="1731" actId="27636"/>
          <ac:spMkLst>
            <pc:docMk/>
            <pc:sldMk cId="2159247107" sldId="271"/>
            <ac:spMk id="2" creationId="{EFFFC178-BC8C-78B1-9A18-369E6CD8823A}"/>
          </ac:spMkLst>
        </pc:spChg>
        <pc:spChg chg="add mod">
          <ac:chgData name="Siranjeevi v" userId="1358a312e2b38d5c" providerId="LiveId" clId="{BB79C224-760F-4F85-A26D-424B097EFB2B}" dt="2026-04-23T20:39:50.606" v="1742" actId="20577"/>
          <ac:spMkLst>
            <pc:docMk/>
            <pc:sldMk cId="2159247107" sldId="271"/>
            <ac:spMk id="3" creationId="{66872B79-2A87-627E-F24C-D039F12F37E3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3FBC1E-ADB3-49D8-8A93-0F08816C418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1524098-624E-4FD2-9D30-2B1145D608C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Promote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Gold &amp; Platinum cards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for higher revenue .</a:t>
          </a:r>
        </a:p>
      </dgm:t>
    </dgm:pt>
    <dgm:pt modelId="{FB3AE28E-46BE-45BA-9B85-7CE62737FD48}" type="parTrans" cxnId="{796DC839-381A-4143-A171-BB64D50E70FF}">
      <dgm:prSet/>
      <dgm:spPr/>
      <dgm:t>
        <a:bodyPr/>
        <a:lstStyle/>
        <a:p>
          <a:endParaRPr lang="en-US"/>
        </a:p>
      </dgm:t>
    </dgm:pt>
    <dgm:pt modelId="{DFE8BDD4-7252-49DB-92AE-767436B43B3E}" type="sibTrans" cxnId="{796DC839-381A-4143-A171-BB64D50E70FF}">
      <dgm:prSet/>
      <dgm:spPr/>
      <dgm:t>
        <a:bodyPr/>
        <a:lstStyle/>
        <a:p>
          <a:endParaRPr lang="en-US"/>
        </a:p>
      </dgm:t>
    </dgm:pt>
    <dgm:pt modelId="{44FADA30-C4E1-49C0-9281-48DF507ABF5F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Increase focus on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online transactions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/>
            <a:t>.</a:t>
          </a:r>
        </a:p>
      </dgm:t>
    </dgm:pt>
    <dgm:pt modelId="{85E0796F-5F1C-4045-8DCD-413BE8119797}" type="parTrans" cxnId="{F2A6D9BD-96A2-4F59-B9A1-BF5835BC1A94}">
      <dgm:prSet/>
      <dgm:spPr/>
      <dgm:t>
        <a:bodyPr/>
        <a:lstStyle/>
        <a:p>
          <a:endParaRPr lang="en-US"/>
        </a:p>
      </dgm:t>
    </dgm:pt>
    <dgm:pt modelId="{56DD2E59-4D9F-4262-B683-52098511B5F0}" type="sibTrans" cxnId="{F2A6D9BD-96A2-4F59-B9A1-BF5835BC1A94}">
      <dgm:prSet/>
      <dgm:spPr/>
      <dgm:t>
        <a:bodyPr/>
        <a:lstStyle/>
        <a:p>
          <a:endParaRPr lang="en-US"/>
        </a:p>
      </dgm:t>
    </dgm:pt>
    <dgm:pt modelId="{724E1B11-9D11-4C1F-AA8B-3D066CCF97F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Target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high-income &amp; mid-age customers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.</a:t>
          </a:r>
        </a:p>
      </dgm:t>
    </dgm:pt>
    <dgm:pt modelId="{78A4BACC-7EBA-4EB4-B2BD-327A9750CA63}" type="parTrans" cxnId="{5F0A8544-DA51-4511-B605-A30ECB5ED3BA}">
      <dgm:prSet/>
      <dgm:spPr/>
      <dgm:t>
        <a:bodyPr/>
        <a:lstStyle/>
        <a:p>
          <a:endParaRPr lang="en-US"/>
        </a:p>
      </dgm:t>
    </dgm:pt>
    <dgm:pt modelId="{849D5921-A4A0-4D7F-8C9E-CEE3FA1CC296}" type="sibTrans" cxnId="{5F0A8544-DA51-4511-B605-A30ECB5ED3BA}">
      <dgm:prSet/>
      <dgm:spPr/>
      <dgm:t>
        <a:bodyPr/>
        <a:lstStyle/>
        <a:p>
          <a:endParaRPr lang="en-US"/>
        </a:p>
      </dgm:t>
    </dgm:pt>
    <dgm:pt modelId="{EC260524-B8B5-48B5-9D82-F0A3065FAA3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Expand marketing in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top-performing states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.</a:t>
          </a:r>
        </a:p>
      </dgm:t>
    </dgm:pt>
    <dgm:pt modelId="{F704990F-7D6D-4AAB-A1ED-01D10D40D199}" type="parTrans" cxnId="{10A64C3B-7FBB-4FAC-B8B7-118E6E64808B}">
      <dgm:prSet/>
      <dgm:spPr/>
      <dgm:t>
        <a:bodyPr/>
        <a:lstStyle/>
        <a:p>
          <a:endParaRPr lang="en-US"/>
        </a:p>
      </dgm:t>
    </dgm:pt>
    <dgm:pt modelId="{486EE229-C07B-42BF-8C95-16B9C7A4DDF8}" type="sibTrans" cxnId="{10A64C3B-7FBB-4FAC-B8B7-118E6E64808B}">
      <dgm:prSet/>
      <dgm:spPr/>
      <dgm:t>
        <a:bodyPr/>
        <a:lstStyle/>
        <a:p>
          <a:endParaRPr lang="en-US"/>
        </a:p>
      </dgm:t>
    </dgm:pt>
    <dgm:pt modelId="{18A23CE4-FDFD-43C7-A438-7803BC527C8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Launch campaigns during low-performing periods</a:t>
          </a:r>
          <a:r>
            <a:rPr lang="en-US" dirty="0"/>
            <a:t>.</a:t>
          </a:r>
        </a:p>
      </dgm:t>
    </dgm:pt>
    <dgm:pt modelId="{709F459C-8E5B-4162-BD24-266CD15CF286}" type="parTrans" cxnId="{302339CB-037A-4A3F-A2B4-9F65F782417D}">
      <dgm:prSet/>
      <dgm:spPr/>
      <dgm:t>
        <a:bodyPr/>
        <a:lstStyle/>
        <a:p>
          <a:endParaRPr lang="en-US"/>
        </a:p>
      </dgm:t>
    </dgm:pt>
    <dgm:pt modelId="{1F3DEA65-336F-4EE1-9C58-7A9750D9709F}" type="sibTrans" cxnId="{302339CB-037A-4A3F-A2B4-9F65F782417D}">
      <dgm:prSet/>
      <dgm:spPr/>
      <dgm:t>
        <a:bodyPr/>
        <a:lstStyle/>
        <a:p>
          <a:endParaRPr lang="en-US"/>
        </a:p>
      </dgm:t>
    </dgm:pt>
    <dgm:pt modelId="{481B1F47-F850-45AE-8A5A-AA5BC9565F4B}" type="pres">
      <dgm:prSet presAssocID="{BA3FBC1E-ADB3-49D8-8A93-0F08816C4185}" presName="root" presStyleCnt="0">
        <dgm:presLayoutVars>
          <dgm:dir/>
          <dgm:resizeHandles val="exact"/>
        </dgm:presLayoutVars>
      </dgm:prSet>
      <dgm:spPr/>
    </dgm:pt>
    <dgm:pt modelId="{7709AA64-5C45-4F18-ACCA-792F601DF407}" type="pres">
      <dgm:prSet presAssocID="{C1524098-624E-4FD2-9D30-2B1145D608C7}" presName="compNode" presStyleCnt="0"/>
      <dgm:spPr/>
    </dgm:pt>
    <dgm:pt modelId="{958887F8-0E91-4FAC-BCD5-2DAD2C745418}" type="pres">
      <dgm:prSet presAssocID="{C1524098-624E-4FD2-9D30-2B1145D608C7}" presName="bgRect" presStyleLbl="bgShp" presStyleIdx="0" presStyleCnt="5"/>
      <dgm:spPr/>
    </dgm:pt>
    <dgm:pt modelId="{9F5E5499-FEE0-4587-B562-6FB946049CDF}" type="pres">
      <dgm:prSet presAssocID="{C1524098-624E-4FD2-9D30-2B1145D608C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2A5C18E5-033A-4C18-AFBC-937E8B7307D7}" type="pres">
      <dgm:prSet presAssocID="{C1524098-624E-4FD2-9D30-2B1145D608C7}" presName="spaceRect" presStyleCnt="0"/>
      <dgm:spPr/>
    </dgm:pt>
    <dgm:pt modelId="{92BF2DBF-AD3E-4C31-B6DA-1989DF9B0AAD}" type="pres">
      <dgm:prSet presAssocID="{C1524098-624E-4FD2-9D30-2B1145D608C7}" presName="parTx" presStyleLbl="revTx" presStyleIdx="0" presStyleCnt="5">
        <dgm:presLayoutVars>
          <dgm:chMax val="0"/>
          <dgm:chPref val="0"/>
        </dgm:presLayoutVars>
      </dgm:prSet>
      <dgm:spPr/>
    </dgm:pt>
    <dgm:pt modelId="{C32F3805-62E6-4B2D-ACCD-F15B2A25B1E4}" type="pres">
      <dgm:prSet presAssocID="{DFE8BDD4-7252-49DB-92AE-767436B43B3E}" presName="sibTrans" presStyleCnt="0"/>
      <dgm:spPr/>
    </dgm:pt>
    <dgm:pt modelId="{22305688-54AA-4238-A7A0-551D9110160A}" type="pres">
      <dgm:prSet presAssocID="{44FADA30-C4E1-49C0-9281-48DF507ABF5F}" presName="compNode" presStyleCnt="0"/>
      <dgm:spPr/>
    </dgm:pt>
    <dgm:pt modelId="{27181D74-E830-4024-81F5-B11863BD031A}" type="pres">
      <dgm:prSet presAssocID="{44FADA30-C4E1-49C0-9281-48DF507ABF5F}" presName="bgRect" presStyleLbl="bgShp" presStyleIdx="1" presStyleCnt="5" custLinFactNeighborX="159" custLinFactNeighborY="-3081"/>
      <dgm:spPr/>
    </dgm:pt>
    <dgm:pt modelId="{CEC16F03-C19A-4566-8E0E-BF35943C1E86}" type="pres">
      <dgm:prSet presAssocID="{44FADA30-C4E1-49C0-9281-48DF507ABF5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837DC60-B9ED-4F0E-886F-E458BA6765E9}" type="pres">
      <dgm:prSet presAssocID="{44FADA30-C4E1-49C0-9281-48DF507ABF5F}" presName="spaceRect" presStyleCnt="0"/>
      <dgm:spPr/>
    </dgm:pt>
    <dgm:pt modelId="{BC7A5ED3-C053-40C9-9013-1CD8C7391BAB}" type="pres">
      <dgm:prSet presAssocID="{44FADA30-C4E1-49C0-9281-48DF507ABF5F}" presName="parTx" presStyleLbl="revTx" presStyleIdx="1" presStyleCnt="5">
        <dgm:presLayoutVars>
          <dgm:chMax val="0"/>
          <dgm:chPref val="0"/>
        </dgm:presLayoutVars>
      </dgm:prSet>
      <dgm:spPr/>
    </dgm:pt>
    <dgm:pt modelId="{BD16907F-A3ED-4946-B362-20EE26FE1E6E}" type="pres">
      <dgm:prSet presAssocID="{56DD2E59-4D9F-4262-B683-52098511B5F0}" presName="sibTrans" presStyleCnt="0"/>
      <dgm:spPr/>
    </dgm:pt>
    <dgm:pt modelId="{AE059B9A-D4AD-4F59-8D46-D428DBC013F4}" type="pres">
      <dgm:prSet presAssocID="{724E1B11-9D11-4C1F-AA8B-3D066CCF97F8}" presName="compNode" presStyleCnt="0"/>
      <dgm:spPr/>
    </dgm:pt>
    <dgm:pt modelId="{4436499C-4397-4859-A9B2-83A7FFCF01C2}" type="pres">
      <dgm:prSet presAssocID="{724E1B11-9D11-4C1F-AA8B-3D066CCF97F8}" presName="bgRect" presStyleLbl="bgShp" presStyleIdx="2" presStyleCnt="5"/>
      <dgm:spPr/>
    </dgm:pt>
    <dgm:pt modelId="{ABA347A3-DA91-40ED-8696-F7EE0751D126}" type="pres">
      <dgm:prSet presAssocID="{724E1B11-9D11-4C1F-AA8B-3D066CCF97F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0EDCEAE3-F86E-4320-B445-F0F373112BF4}" type="pres">
      <dgm:prSet presAssocID="{724E1B11-9D11-4C1F-AA8B-3D066CCF97F8}" presName="spaceRect" presStyleCnt="0"/>
      <dgm:spPr/>
    </dgm:pt>
    <dgm:pt modelId="{8D9AF8DD-7BE8-4403-AC5A-754981C450B1}" type="pres">
      <dgm:prSet presAssocID="{724E1B11-9D11-4C1F-AA8B-3D066CCF97F8}" presName="parTx" presStyleLbl="revTx" presStyleIdx="2" presStyleCnt="5">
        <dgm:presLayoutVars>
          <dgm:chMax val="0"/>
          <dgm:chPref val="0"/>
        </dgm:presLayoutVars>
      </dgm:prSet>
      <dgm:spPr/>
    </dgm:pt>
    <dgm:pt modelId="{77D49BB8-F0AC-4887-AC19-E75357F0B54F}" type="pres">
      <dgm:prSet presAssocID="{849D5921-A4A0-4D7F-8C9E-CEE3FA1CC296}" presName="sibTrans" presStyleCnt="0"/>
      <dgm:spPr/>
    </dgm:pt>
    <dgm:pt modelId="{DA9D5B0C-BB71-49E7-8483-EBC86C3D2AC2}" type="pres">
      <dgm:prSet presAssocID="{EC260524-B8B5-48B5-9D82-F0A3065FAA30}" presName="compNode" presStyleCnt="0"/>
      <dgm:spPr/>
    </dgm:pt>
    <dgm:pt modelId="{5CCEBE65-7756-466C-A4BE-566BB88C2175}" type="pres">
      <dgm:prSet presAssocID="{EC260524-B8B5-48B5-9D82-F0A3065FAA30}" presName="bgRect" presStyleLbl="bgShp" presStyleIdx="3" presStyleCnt="5" custLinFactNeighborX="2028" custLinFactNeighborY="-1195"/>
      <dgm:spPr/>
    </dgm:pt>
    <dgm:pt modelId="{720C89F1-DB2B-4BE9-A02A-4BBDDFB7BEC3}" type="pres">
      <dgm:prSet presAssocID="{EC260524-B8B5-48B5-9D82-F0A3065FAA3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DE170E20-0560-40DD-AB51-B4B7050D5725}" type="pres">
      <dgm:prSet presAssocID="{EC260524-B8B5-48B5-9D82-F0A3065FAA30}" presName="spaceRect" presStyleCnt="0"/>
      <dgm:spPr/>
    </dgm:pt>
    <dgm:pt modelId="{07B3C3D7-937A-496B-B478-141556F4104A}" type="pres">
      <dgm:prSet presAssocID="{EC260524-B8B5-48B5-9D82-F0A3065FAA30}" presName="parTx" presStyleLbl="revTx" presStyleIdx="3" presStyleCnt="5">
        <dgm:presLayoutVars>
          <dgm:chMax val="0"/>
          <dgm:chPref val="0"/>
        </dgm:presLayoutVars>
      </dgm:prSet>
      <dgm:spPr/>
    </dgm:pt>
    <dgm:pt modelId="{508C746B-857D-4ACD-87E2-F8EFAD5CE40F}" type="pres">
      <dgm:prSet presAssocID="{486EE229-C07B-42BF-8C95-16B9C7A4DDF8}" presName="sibTrans" presStyleCnt="0"/>
      <dgm:spPr/>
    </dgm:pt>
    <dgm:pt modelId="{9A6C9636-6B56-41AD-B6EB-74CBAE4DB752}" type="pres">
      <dgm:prSet presAssocID="{18A23CE4-FDFD-43C7-A438-7803BC527C86}" presName="compNode" presStyleCnt="0"/>
      <dgm:spPr/>
    </dgm:pt>
    <dgm:pt modelId="{1E1E0B32-5391-4163-84E6-984E35B662CA}" type="pres">
      <dgm:prSet presAssocID="{18A23CE4-FDFD-43C7-A438-7803BC527C86}" presName="bgRect" presStyleLbl="bgShp" presStyleIdx="4" presStyleCnt="5"/>
      <dgm:spPr/>
    </dgm:pt>
    <dgm:pt modelId="{82BE27F0-1781-4FA5-9CBC-C7D69BCEF922}" type="pres">
      <dgm:prSet presAssocID="{18A23CE4-FDFD-43C7-A438-7803BC527C8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FCEF3146-9803-43CF-99B7-502461D1DECA}" type="pres">
      <dgm:prSet presAssocID="{18A23CE4-FDFD-43C7-A438-7803BC527C86}" presName="spaceRect" presStyleCnt="0"/>
      <dgm:spPr/>
    </dgm:pt>
    <dgm:pt modelId="{E902CE3A-22F8-442B-948D-4E32AD5D21DB}" type="pres">
      <dgm:prSet presAssocID="{18A23CE4-FDFD-43C7-A438-7803BC527C8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3C2F61F-E9A9-46C6-B7E4-BFD64903C162}" type="presOf" srcId="{BA3FBC1E-ADB3-49D8-8A93-0F08816C4185}" destId="{481B1F47-F850-45AE-8A5A-AA5BC9565F4B}" srcOrd="0" destOrd="0" presId="urn:microsoft.com/office/officeart/2018/2/layout/IconVerticalSolidList"/>
    <dgm:cxn modelId="{4377E430-C4A4-4D4A-B34C-B8F05E7AE9A1}" type="presOf" srcId="{EC260524-B8B5-48B5-9D82-F0A3065FAA30}" destId="{07B3C3D7-937A-496B-B478-141556F4104A}" srcOrd="0" destOrd="0" presId="urn:microsoft.com/office/officeart/2018/2/layout/IconVerticalSolidList"/>
    <dgm:cxn modelId="{796DC839-381A-4143-A171-BB64D50E70FF}" srcId="{BA3FBC1E-ADB3-49D8-8A93-0F08816C4185}" destId="{C1524098-624E-4FD2-9D30-2B1145D608C7}" srcOrd="0" destOrd="0" parTransId="{FB3AE28E-46BE-45BA-9B85-7CE62737FD48}" sibTransId="{DFE8BDD4-7252-49DB-92AE-767436B43B3E}"/>
    <dgm:cxn modelId="{10A64C3B-7FBB-4FAC-B8B7-118E6E64808B}" srcId="{BA3FBC1E-ADB3-49D8-8A93-0F08816C4185}" destId="{EC260524-B8B5-48B5-9D82-F0A3065FAA30}" srcOrd="3" destOrd="0" parTransId="{F704990F-7D6D-4AAB-A1ED-01D10D40D199}" sibTransId="{486EE229-C07B-42BF-8C95-16B9C7A4DDF8}"/>
    <dgm:cxn modelId="{9DBF3360-DC85-4425-B69A-ECBA3235995F}" type="presOf" srcId="{18A23CE4-FDFD-43C7-A438-7803BC527C86}" destId="{E902CE3A-22F8-442B-948D-4E32AD5D21DB}" srcOrd="0" destOrd="0" presId="urn:microsoft.com/office/officeart/2018/2/layout/IconVerticalSolidList"/>
    <dgm:cxn modelId="{5F0A8544-DA51-4511-B605-A30ECB5ED3BA}" srcId="{BA3FBC1E-ADB3-49D8-8A93-0F08816C4185}" destId="{724E1B11-9D11-4C1F-AA8B-3D066CCF97F8}" srcOrd="2" destOrd="0" parTransId="{78A4BACC-7EBA-4EB4-B2BD-327A9750CA63}" sibTransId="{849D5921-A4A0-4D7F-8C9E-CEE3FA1CC296}"/>
    <dgm:cxn modelId="{72D372B8-BF57-4483-8104-E556D6AE108D}" type="presOf" srcId="{C1524098-624E-4FD2-9D30-2B1145D608C7}" destId="{92BF2DBF-AD3E-4C31-B6DA-1989DF9B0AAD}" srcOrd="0" destOrd="0" presId="urn:microsoft.com/office/officeart/2018/2/layout/IconVerticalSolidList"/>
    <dgm:cxn modelId="{31BBDCBB-74D2-4E7C-8FE6-6F39AAB616D3}" type="presOf" srcId="{44FADA30-C4E1-49C0-9281-48DF507ABF5F}" destId="{BC7A5ED3-C053-40C9-9013-1CD8C7391BAB}" srcOrd="0" destOrd="0" presId="urn:microsoft.com/office/officeart/2018/2/layout/IconVerticalSolidList"/>
    <dgm:cxn modelId="{F2A6D9BD-96A2-4F59-B9A1-BF5835BC1A94}" srcId="{BA3FBC1E-ADB3-49D8-8A93-0F08816C4185}" destId="{44FADA30-C4E1-49C0-9281-48DF507ABF5F}" srcOrd="1" destOrd="0" parTransId="{85E0796F-5F1C-4045-8DCD-413BE8119797}" sibTransId="{56DD2E59-4D9F-4262-B683-52098511B5F0}"/>
    <dgm:cxn modelId="{DD3673C4-F2CC-4158-8641-4653E2C8E529}" type="presOf" srcId="{724E1B11-9D11-4C1F-AA8B-3D066CCF97F8}" destId="{8D9AF8DD-7BE8-4403-AC5A-754981C450B1}" srcOrd="0" destOrd="0" presId="urn:microsoft.com/office/officeart/2018/2/layout/IconVerticalSolidList"/>
    <dgm:cxn modelId="{302339CB-037A-4A3F-A2B4-9F65F782417D}" srcId="{BA3FBC1E-ADB3-49D8-8A93-0F08816C4185}" destId="{18A23CE4-FDFD-43C7-A438-7803BC527C86}" srcOrd="4" destOrd="0" parTransId="{709F459C-8E5B-4162-BD24-266CD15CF286}" sibTransId="{1F3DEA65-336F-4EE1-9C58-7A9750D9709F}"/>
    <dgm:cxn modelId="{018E65D0-DE5A-4BC2-A2B3-D56F93CDC57A}" type="presParOf" srcId="{481B1F47-F850-45AE-8A5A-AA5BC9565F4B}" destId="{7709AA64-5C45-4F18-ACCA-792F601DF407}" srcOrd="0" destOrd="0" presId="urn:microsoft.com/office/officeart/2018/2/layout/IconVerticalSolidList"/>
    <dgm:cxn modelId="{D93B4849-E8E0-4F6C-98C5-5FF5F262DC14}" type="presParOf" srcId="{7709AA64-5C45-4F18-ACCA-792F601DF407}" destId="{958887F8-0E91-4FAC-BCD5-2DAD2C745418}" srcOrd="0" destOrd="0" presId="urn:microsoft.com/office/officeart/2018/2/layout/IconVerticalSolidList"/>
    <dgm:cxn modelId="{6580CE3C-EC7C-4C51-A64F-92D393B50063}" type="presParOf" srcId="{7709AA64-5C45-4F18-ACCA-792F601DF407}" destId="{9F5E5499-FEE0-4587-B562-6FB946049CDF}" srcOrd="1" destOrd="0" presId="urn:microsoft.com/office/officeart/2018/2/layout/IconVerticalSolidList"/>
    <dgm:cxn modelId="{85059206-8CCF-4FAB-8498-9D677CB5DCC8}" type="presParOf" srcId="{7709AA64-5C45-4F18-ACCA-792F601DF407}" destId="{2A5C18E5-033A-4C18-AFBC-937E8B7307D7}" srcOrd="2" destOrd="0" presId="urn:microsoft.com/office/officeart/2018/2/layout/IconVerticalSolidList"/>
    <dgm:cxn modelId="{B0E3B36A-29CB-4EFD-9921-AE16A0B4AC20}" type="presParOf" srcId="{7709AA64-5C45-4F18-ACCA-792F601DF407}" destId="{92BF2DBF-AD3E-4C31-B6DA-1989DF9B0AAD}" srcOrd="3" destOrd="0" presId="urn:microsoft.com/office/officeart/2018/2/layout/IconVerticalSolidList"/>
    <dgm:cxn modelId="{2B7AC0D3-1A67-4DDA-A367-B7849E624742}" type="presParOf" srcId="{481B1F47-F850-45AE-8A5A-AA5BC9565F4B}" destId="{C32F3805-62E6-4B2D-ACCD-F15B2A25B1E4}" srcOrd="1" destOrd="0" presId="urn:microsoft.com/office/officeart/2018/2/layout/IconVerticalSolidList"/>
    <dgm:cxn modelId="{7AB9C2D4-F124-4599-A589-80453E0563B2}" type="presParOf" srcId="{481B1F47-F850-45AE-8A5A-AA5BC9565F4B}" destId="{22305688-54AA-4238-A7A0-551D9110160A}" srcOrd="2" destOrd="0" presId="urn:microsoft.com/office/officeart/2018/2/layout/IconVerticalSolidList"/>
    <dgm:cxn modelId="{AB628A48-1BF0-4A93-BBD5-9E4EB678D274}" type="presParOf" srcId="{22305688-54AA-4238-A7A0-551D9110160A}" destId="{27181D74-E830-4024-81F5-B11863BD031A}" srcOrd="0" destOrd="0" presId="urn:microsoft.com/office/officeart/2018/2/layout/IconVerticalSolidList"/>
    <dgm:cxn modelId="{6FEC807A-3AFF-42C0-88B3-FB928F2AF7F1}" type="presParOf" srcId="{22305688-54AA-4238-A7A0-551D9110160A}" destId="{CEC16F03-C19A-4566-8E0E-BF35943C1E86}" srcOrd="1" destOrd="0" presId="urn:microsoft.com/office/officeart/2018/2/layout/IconVerticalSolidList"/>
    <dgm:cxn modelId="{9DA99683-0189-4AF4-922B-F6E39D593EDB}" type="presParOf" srcId="{22305688-54AA-4238-A7A0-551D9110160A}" destId="{1837DC60-B9ED-4F0E-886F-E458BA6765E9}" srcOrd="2" destOrd="0" presId="urn:microsoft.com/office/officeart/2018/2/layout/IconVerticalSolidList"/>
    <dgm:cxn modelId="{67F608D4-120C-4E6E-8794-80E090DD0AFC}" type="presParOf" srcId="{22305688-54AA-4238-A7A0-551D9110160A}" destId="{BC7A5ED3-C053-40C9-9013-1CD8C7391BAB}" srcOrd="3" destOrd="0" presId="urn:microsoft.com/office/officeart/2018/2/layout/IconVerticalSolidList"/>
    <dgm:cxn modelId="{26557366-57DC-4E48-8A61-649261E0640E}" type="presParOf" srcId="{481B1F47-F850-45AE-8A5A-AA5BC9565F4B}" destId="{BD16907F-A3ED-4946-B362-20EE26FE1E6E}" srcOrd="3" destOrd="0" presId="urn:microsoft.com/office/officeart/2018/2/layout/IconVerticalSolidList"/>
    <dgm:cxn modelId="{95198493-568A-4267-B736-1E3A0C2B899C}" type="presParOf" srcId="{481B1F47-F850-45AE-8A5A-AA5BC9565F4B}" destId="{AE059B9A-D4AD-4F59-8D46-D428DBC013F4}" srcOrd="4" destOrd="0" presId="urn:microsoft.com/office/officeart/2018/2/layout/IconVerticalSolidList"/>
    <dgm:cxn modelId="{06BABF69-3B13-4D17-ABDD-AFD0F8A6F075}" type="presParOf" srcId="{AE059B9A-D4AD-4F59-8D46-D428DBC013F4}" destId="{4436499C-4397-4859-A9B2-83A7FFCF01C2}" srcOrd="0" destOrd="0" presId="urn:microsoft.com/office/officeart/2018/2/layout/IconVerticalSolidList"/>
    <dgm:cxn modelId="{8C99D7EF-35E6-4221-825F-C4E794F2D55A}" type="presParOf" srcId="{AE059B9A-D4AD-4F59-8D46-D428DBC013F4}" destId="{ABA347A3-DA91-40ED-8696-F7EE0751D126}" srcOrd="1" destOrd="0" presId="urn:microsoft.com/office/officeart/2018/2/layout/IconVerticalSolidList"/>
    <dgm:cxn modelId="{4343BD19-2785-4957-8CDF-9FF502F43CE5}" type="presParOf" srcId="{AE059B9A-D4AD-4F59-8D46-D428DBC013F4}" destId="{0EDCEAE3-F86E-4320-B445-F0F373112BF4}" srcOrd="2" destOrd="0" presId="urn:microsoft.com/office/officeart/2018/2/layout/IconVerticalSolidList"/>
    <dgm:cxn modelId="{15BBCD2D-F226-43F3-A53F-5B72E61512EC}" type="presParOf" srcId="{AE059B9A-D4AD-4F59-8D46-D428DBC013F4}" destId="{8D9AF8DD-7BE8-4403-AC5A-754981C450B1}" srcOrd="3" destOrd="0" presId="urn:microsoft.com/office/officeart/2018/2/layout/IconVerticalSolidList"/>
    <dgm:cxn modelId="{31AECB71-CF13-4626-B1E4-4777582960F9}" type="presParOf" srcId="{481B1F47-F850-45AE-8A5A-AA5BC9565F4B}" destId="{77D49BB8-F0AC-4887-AC19-E75357F0B54F}" srcOrd="5" destOrd="0" presId="urn:microsoft.com/office/officeart/2018/2/layout/IconVerticalSolidList"/>
    <dgm:cxn modelId="{149A04CC-4231-4E38-ADCD-C01AB73B51FA}" type="presParOf" srcId="{481B1F47-F850-45AE-8A5A-AA5BC9565F4B}" destId="{DA9D5B0C-BB71-49E7-8483-EBC86C3D2AC2}" srcOrd="6" destOrd="0" presId="urn:microsoft.com/office/officeart/2018/2/layout/IconVerticalSolidList"/>
    <dgm:cxn modelId="{30FB11E9-AFAD-47D9-8FC1-E458A0606454}" type="presParOf" srcId="{DA9D5B0C-BB71-49E7-8483-EBC86C3D2AC2}" destId="{5CCEBE65-7756-466C-A4BE-566BB88C2175}" srcOrd="0" destOrd="0" presId="urn:microsoft.com/office/officeart/2018/2/layout/IconVerticalSolidList"/>
    <dgm:cxn modelId="{72714058-8974-42F5-BB06-73A6B4818911}" type="presParOf" srcId="{DA9D5B0C-BB71-49E7-8483-EBC86C3D2AC2}" destId="{720C89F1-DB2B-4BE9-A02A-4BBDDFB7BEC3}" srcOrd="1" destOrd="0" presId="urn:microsoft.com/office/officeart/2018/2/layout/IconVerticalSolidList"/>
    <dgm:cxn modelId="{F493949B-3DA9-4ED5-90B1-B589FEB7B5A1}" type="presParOf" srcId="{DA9D5B0C-BB71-49E7-8483-EBC86C3D2AC2}" destId="{DE170E20-0560-40DD-AB51-B4B7050D5725}" srcOrd="2" destOrd="0" presId="urn:microsoft.com/office/officeart/2018/2/layout/IconVerticalSolidList"/>
    <dgm:cxn modelId="{7FE538FB-0D4D-409C-88E6-AC5862C13ED2}" type="presParOf" srcId="{DA9D5B0C-BB71-49E7-8483-EBC86C3D2AC2}" destId="{07B3C3D7-937A-496B-B478-141556F4104A}" srcOrd="3" destOrd="0" presId="urn:microsoft.com/office/officeart/2018/2/layout/IconVerticalSolidList"/>
    <dgm:cxn modelId="{BAB71266-975C-449C-B270-424C53AAC9D4}" type="presParOf" srcId="{481B1F47-F850-45AE-8A5A-AA5BC9565F4B}" destId="{508C746B-857D-4ACD-87E2-F8EFAD5CE40F}" srcOrd="7" destOrd="0" presId="urn:microsoft.com/office/officeart/2018/2/layout/IconVerticalSolidList"/>
    <dgm:cxn modelId="{13968BFA-D7CA-45EE-8C9D-96F2305BD940}" type="presParOf" srcId="{481B1F47-F850-45AE-8A5A-AA5BC9565F4B}" destId="{9A6C9636-6B56-41AD-B6EB-74CBAE4DB752}" srcOrd="8" destOrd="0" presId="urn:microsoft.com/office/officeart/2018/2/layout/IconVerticalSolidList"/>
    <dgm:cxn modelId="{319FDF82-6DD9-47FB-8838-923A1EB4E8C3}" type="presParOf" srcId="{9A6C9636-6B56-41AD-B6EB-74CBAE4DB752}" destId="{1E1E0B32-5391-4163-84E6-984E35B662CA}" srcOrd="0" destOrd="0" presId="urn:microsoft.com/office/officeart/2018/2/layout/IconVerticalSolidList"/>
    <dgm:cxn modelId="{054D4AB8-7F96-4673-B51C-D8657FC4A568}" type="presParOf" srcId="{9A6C9636-6B56-41AD-B6EB-74CBAE4DB752}" destId="{82BE27F0-1781-4FA5-9CBC-C7D69BCEF922}" srcOrd="1" destOrd="0" presId="urn:microsoft.com/office/officeart/2018/2/layout/IconVerticalSolidList"/>
    <dgm:cxn modelId="{3388402A-7766-477E-9EEF-8C5C26B9490F}" type="presParOf" srcId="{9A6C9636-6B56-41AD-B6EB-74CBAE4DB752}" destId="{FCEF3146-9803-43CF-99B7-502461D1DECA}" srcOrd="2" destOrd="0" presId="urn:microsoft.com/office/officeart/2018/2/layout/IconVerticalSolidList"/>
    <dgm:cxn modelId="{D15CE35B-19CC-4454-8186-924EB302CF65}" type="presParOf" srcId="{9A6C9636-6B56-41AD-B6EB-74CBAE4DB752}" destId="{E902CE3A-22F8-442B-948D-4E32AD5D21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887F8-0E91-4FAC-BCD5-2DAD2C745418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5E5499-FEE0-4587-B562-6FB946049CDF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BF2DBF-AD3E-4C31-B6DA-1989DF9B0AAD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Promote </a:t>
          </a: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Gold &amp; Platinum cards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for higher revenue .</a:t>
          </a:r>
        </a:p>
      </dsp:txBody>
      <dsp:txXfrm>
        <a:off x="1129902" y="4592"/>
        <a:ext cx="5171698" cy="978270"/>
      </dsp:txXfrm>
    </dsp:sp>
    <dsp:sp modelId="{27181D74-E830-4024-81F5-B11863BD031A}">
      <dsp:nvSpPr>
        <dsp:cNvPr id="0" name=""/>
        <dsp:cNvSpPr/>
      </dsp:nvSpPr>
      <dsp:spPr>
        <a:xfrm>
          <a:off x="0" y="1197290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C16F03-C19A-4566-8E0E-BF35943C1E86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A5ED3-C053-40C9-9013-1CD8C7391BAB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Increase focus on </a:t>
          </a: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online transactions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/>
            <a:t>.</a:t>
          </a:r>
        </a:p>
      </dsp:txBody>
      <dsp:txXfrm>
        <a:off x="1129902" y="1227431"/>
        <a:ext cx="5171698" cy="978270"/>
      </dsp:txXfrm>
    </dsp:sp>
    <dsp:sp modelId="{4436499C-4397-4859-A9B2-83A7FFCF01C2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347A3-DA91-40ED-8696-F7EE0751D126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9AF8DD-7BE8-4403-AC5A-754981C450B1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Target </a:t>
          </a: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high-income &amp; mid-age customers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.</a:t>
          </a:r>
        </a:p>
      </dsp:txBody>
      <dsp:txXfrm>
        <a:off x="1129902" y="2450269"/>
        <a:ext cx="5171698" cy="978270"/>
      </dsp:txXfrm>
    </dsp:sp>
    <dsp:sp modelId="{5CCEBE65-7756-466C-A4BE-566BB88C2175}">
      <dsp:nvSpPr>
        <dsp:cNvPr id="0" name=""/>
        <dsp:cNvSpPr/>
      </dsp:nvSpPr>
      <dsp:spPr>
        <a:xfrm>
          <a:off x="0" y="366141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C89F1-DB2B-4BE9-A02A-4BBDDFB7BEC3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3C3D7-937A-496B-B478-141556F4104A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Expand marketing in </a:t>
          </a: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top-performing states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.</a:t>
          </a:r>
        </a:p>
      </dsp:txBody>
      <dsp:txXfrm>
        <a:off x="1129902" y="3673107"/>
        <a:ext cx="5171698" cy="978270"/>
      </dsp:txXfrm>
    </dsp:sp>
    <dsp:sp modelId="{1E1E0B32-5391-4163-84E6-984E35B662CA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BE27F0-1781-4FA5-9CBC-C7D69BCEF922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2CE3A-22F8-442B-948D-4E32AD5D21DB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Launch campaigns during low-performing periods</a:t>
          </a:r>
          <a:r>
            <a:rPr lang="en-US" sz="1900" kern="1200" dirty="0"/>
            <a:t>.</a:t>
          </a:r>
        </a:p>
      </dsp:txBody>
      <dsp:txXfrm>
        <a:off x="1129902" y="4895945"/>
        <a:ext cx="5171698" cy="978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3328-54A8-FD9B-B8D5-2254F86EC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ED89D-38D9-3078-27A7-03A2723FB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CD8AD-DE4F-28EF-302B-5474D6113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B9EEA-BAED-F833-9827-041FE5A92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46299-FB05-3D49-FF2C-32F15E4B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1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FFD5F-D103-010F-37B9-85552351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81F04-ADA4-253D-F847-4F31494D3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45DBD-343B-9CA8-54EC-A8B3C2DD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76BE1-768B-8442-1EC5-56D364799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88E6F-0675-E5BD-6BF3-DE9AC27A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9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E6CF9-78EB-59AB-B49F-ADC327F6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A5811-756A-F92B-F214-211F90F28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4929B-ACA0-E84E-D993-026DB3BC5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5F7B0-590D-DEE7-7762-FE3BAFFE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3E020-33FE-9CDD-B699-4902ADB16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59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27E7-0A45-D719-576A-10F0C0FD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DF31B-26A2-0E24-3F3F-11BCA61E3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37BC5-D873-F6A1-72BA-CF91A56F5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16C6D-D03F-4541-795D-B7C9DEC47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3EECA-6077-BCD5-4668-A2193A8BD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C0F46-7BED-5ED1-8F80-4CDDB22D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24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6DD3-CB32-67C5-5C9E-C8F9D4832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B9484-6973-AC71-A571-6AC34F73C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5109B-4C48-85B1-82A2-C678FF609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D8C6F1-C7CC-4F62-ED25-EA0BD22B3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FF4212-D648-E731-E4B2-433E98D877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B85D4-B50B-54D5-4CD7-DA0B0FF4A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98A8A3-834E-37B4-64A6-78F13EF02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76FB48-CF97-64D3-C0AA-C5D834AF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32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0DD1-8EBD-7C5E-64D7-463C41404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3CDBAE-D7F6-27E3-CB7D-B19E9A93D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DB28A-F559-CD84-FA38-13A3FDCA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1EDC3-7678-41FC-B15B-8113F4EAF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57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ADE93-B66D-12B3-8895-D5F1F915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80C6-D4E2-26AF-E71A-5E3E9220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94EC-2A60-67A2-0FC8-B0E3A8C2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84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F738E-F732-7DCD-33F4-58ECCC8CD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0D82D-5B95-68F4-5CD3-B3039E617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3E8CB-1984-1065-C0CC-379CC09AE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A7A23-2A08-96E6-AAFC-ED81F307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C9E71-DDB1-A79D-DAC4-5F58435A1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433A3-2EC9-C137-4CF9-369ACBE4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51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0AA6F-908B-FA05-EE06-A413823BD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93FC5D-A80E-0170-7C28-41B8E21AF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CC40E-B46C-9990-7359-069AAD6D2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29759-7829-52CE-FDC7-609DD31E0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EFB95-B4C5-982B-66BB-A9B38BBF8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8945C-74AC-E3F5-59F1-42770550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3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CA2F-AD2E-66EA-DCE0-7831E745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F3383-AAA3-4870-2167-8D4E5DE65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C3FA0-46EE-263C-EDA7-4CE3DDFD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0825E-D4B3-9763-0928-51FC3A398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47D6F-A231-051C-FB49-D9DCEC0A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3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CE166F-8A20-96EB-C4F6-ED75C2EC0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FB08-DB63-CD20-F55E-F87375F8B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0FC3E-E688-9F37-803F-F21733969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08EE9-6B4C-08A7-6990-60C8DA840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F9616-16F0-D6CE-FCF4-327E1AC6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69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D7727F-3072-8965-1CE6-0744B70A3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88283-22B0-7CEE-6034-211FE21C1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1C827-100A-02FA-70D1-732108FE4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82E6B-FFEB-B7E6-FBBB-0F11EC628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9A48-2CBD-F40C-DB94-89CE185B9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2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ngled shot of pen on a graph">
            <a:extLst>
              <a:ext uri="{FF2B5EF4-FFF2-40B4-BE49-F238E27FC236}">
                <a16:creationId xmlns:a16="http://schemas.microsoft.com/office/drawing/2014/main" id="{E2A4365C-0EC6-DC8C-A0F3-BACF18FB24A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443" b="6289"/>
          <a:stretch>
            <a:fillRect/>
          </a:stretch>
        </p:blipFill>
        <p:spPr>
          <a:xfrm>
            <a:off x="0" y="0"/>
            <a:ext cx="12191980" cy="685784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11FF383-A946-CF74-880E-96D0D9B3D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241755"/>
            <a:ext cx="10222188" cy="20993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7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Card Data Analysis Report</a:t>
            </a:r>
            <a:br>
              <a:rPr lang="en-US" sz="47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7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-Customer &amp; Transaction Insights</a:t>
            </a:r>
          </a:p>
        </p:txBody>
      </p:sp>
    </p:spTree>
    <p:extLst>
      <p:ext uri="{BB962C8B-B14F-4D97-AF65-F5344CB8AC3E}">
        <p14:creationId xmlns:p14="http://schemas.microsoft.com/office/powerpoint/2010/main" val="241587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CC44-124C-9443-866A-9A15AF8A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D3167-FEF6-5061-6503-0C650C3E3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FIELDS WITH DAX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CREDICT CARD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241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0C7368-8AF6-1163-E50D-250FF58AB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249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DF2A8-6963-7FFF-F8BC-C715F08A8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019"/>
            <a:ext cx="10515600" cy="482994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provides a comprehensive analysis of credit card customer behavior and transaction trends, focusing on key drivers of revenue, customer engagement, and risk management. 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data-driven insights, the analysis explores customer segmentation, spending patterns, activation rates, and delinquency trends to identify opportunities for business growth and optimization.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report is to: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most valuable customers.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how and where customers spend. 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financial performance and risk indicators. 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strategic opportunities to improve revenue and engagement. 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presentation highlights how data analytics can support smarter decision-making, enhance customer targeting, and drive sustainable business growth in the credit card industry.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3775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37BADD-FCE0-F0A4-C03C-DFCCCC2C25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61800" y="2743200"/>
            <a:ext cx="8074815" cy="3026663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B8DFE-660D-8905-8313-425C58D9F23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65462" y="1191149"/>
            <a:ext cx="9396158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</a:t>
            </a:r>
          </a:p>
          <a:p>
            <a:pPr marL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$55M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Transaction Amount: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45M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Earned: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7.84M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Count: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10.1K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fontAlgn="base">
              <a:spcBef>
                <a:spcPct val="0"/>
              </a:spcBef>
              <a:spcAft>
                <a:spcPct val="0"/>
              </a:spcAft>
              <a:buSzTx/>
            </a:pP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-Indicates strong financial performance and customer engagement 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5455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Freeform: Shape 203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6" name="Freeform: Shape 205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013B7-9401-BB00-AAA9-2661C9E5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FIELDS WITH DAX</a:t>
            </a:r>
            <a:endParaRPr lang="en-IN" sz="5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246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FD7253-D047-822C-EDBA-AEE0B3E6348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0918" y="255639"/>
            <a:ext cx="11867104" cy="5059939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of Client num = AVERAGE(credit card[Client Num]).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WEEK REVENUE = CALCULATE(SUM(credit card[Revenue]) ,                         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 FILTER(ALL('credit card’) ,  credit card[WEEK NUMBER]=MAX(credit card[WEEK NUMBER]))).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WEEK REVENUE = CALCULATE(SUM(credit card[Revenue]) 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FILTER(ALL('credit card'),  credit card[WEEK NUMBER]= MAX(credit card[WEEK NUMBER])-1)).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 Count = COUNT('credit card'[Total Trans Vol]).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WEEK_OVER_WEEK REVENUE = DIVIDE(([CURRENT WEEK REVENUE]-[PREVIOUS WEEK REVENUE]),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[PREVIOUS WEEK REVENUE])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947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C178-BC8C-78B1-9A18-369E6CD88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COLUMNS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72B79-2A87-627E-F24C-D039F12F3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0206"/>
            <a:ext cx="10515600" cy="5016757"/>
          </a:xfrm>
        </p:spPr>
        <p:txBody>
          <a:bodyPr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= credit card[Annua Fees] +credit card[Total Trans Amt]+credit card[Interest Earned].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NUMBER = WEEKNUM(credit card[Week Start Date]).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LEVEL = SWITCH     ( TRUE(),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customer[Income]&lt;35000 ,"LOW",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customer[Income]&gt;=35000 &amp;&amp; customer[Income]&lt;70000 , "MEDIUM",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customer[Income]&gt;=70000 &amp;&amp; customer[Income]&lt;100000, "HIGH",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"VERY HIGH”  ).</a:t>
            </a:r>
          </a:p>
          <a:p>
            <a:r>
              <a:rPr lang="en-US" sz="1500" dirty="0"/>
              <a:t>AGE GROUP = SWITCH    ( TRUE(),</a:t>
            </a:r>
          </a:p>
          <a:p>
            <a:pPr marL="0" indent="0">
              <a:buNone/>
            </a:pPr>
            <a:r>
              <a:rPr lang="en-US" sz="1500" dirty="0"/>
              <a:t>        customer[Customer Age]&lt;30 , "20-30",</a:t>
            </a:r>
          </a:p>
          <a:p>
            <a:pPr marL="0" indent="0">
              <a:buNone/>
            </a:pPr>
            <a:r>
              <a:rPr lang="en-US" sz="1500" dirty="0"/>
              <a:t>        customer[Customer Age]&gt;=30 &amp;&amp; customer[Customer Age]&lt;40 , "30-40",</a:t>
            </a:r>
          </a:p>
          <a:p>
            <a:pPr marL="0" indent="0">
              <a:buNone/>
            </a:pPr>
            <a:r>
              <a:rPr lang="en-US" sz="1500" dirty="0"/>
              <a:t>         customer[Customer Age]&gt;=40 &amp;&amp; customer[Customer Age]&lt;50 , "40-50",</a:t>
            </a:r>
          </a:p>
          <a:p>
            <a:pPr marL="0" indent="0">
              <a:buNone/>
            </a:pPr>
            <a:r>
              <a:rPr lang="en-US" sz="1500" dirty="0"/>
              <a:t>         customer[Customer Age]&gt;=50 &amp;&amp; customer[Customer Age]&lt;60 , "50-60",</a:t>
            </a:r>
          </a:p>
          <a:p>
            <a:pPr marL="0" indent="0">
              <a:buNone/>
            </a:pPr>
            <a:r>
              <a:rPr lang="en-US" sz="1500" dirty="0"/>
              <a:t>         customer[Customer Age]&gt;=60 , "60+",</a:t>
            </a:r>
          </a:p>
          <a:p>
            <a:pPr marL="0" indent="0">
              <a:buNone/>
            </a:pPr>
            <a:r>
              <a:rPr lang="en-US" sz="1500" dirty="0"/>
              <a:t>        "UNKNOWN"    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247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348C2-5C35-1CCF-3C19-CCEB88CAFB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66"/>
          <a:stretch>
            <a:fillRect/>
          </a:stretch>
        </p:blipFill>
        <p:spPr>
          <a:xfrm>
            <a:off x="261257" y="331596"/>
            <a:ext cx="11605846" cy="622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12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0705B-1A51-229C-F18C-DA2D4F1FB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68" y="231217"/>
            <a:ext cx="10515600" cy="602901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CREDICT CARD INSIGHTS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6F651-B2C3-26B5-7C41-86DD9E6BF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6044"/>
            <a:ext cx="11159532" cy="52854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 Contribution: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Self-employed customers contribute the highest share (~25.47%) of total accounts.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Businessmen (18.81%) and Blue-collar (15.62%) segments are also strong contributors.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Retirees (9.75%) represent the lowest share → potential growth opportunity. 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Behavior (30 Days):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rates are higher in Self-employed (14.79%) and Businessman (10.84%) segments.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activation seen in Retirees (5.52%), indicating possible engagement issues.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activation is moderate across segments, suggesting room for onboarding improvements.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Delinquency Risk: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93.93% accounts are non-delinquent, which is a strong positive indicator. 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6.07% are delinquent, showing: 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credit quality 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risk management 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monitoring this 6% is critical to prevent future losses.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82AB9-4697-068F-123D-A74EE3FC7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796" y="4391548"/>
            <a:ext cx="4144893" cy="1562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8B2F4E-4A9F-D355-3654-EDC50AB99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257" y="2099896"/>
            <a:ext cx="2191562" cy="132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02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1F28E-2873-7B23-9B7C-1EADEB4FD62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61741" y="261257"/>
            <a:ext cx="10515600" cy="6099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Transaction Trend: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amounts show high fluctuation across weeks.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values reach around ~996K, while dips go as low as ~748K.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downward trend visible → possible seasonal or behavioral impact.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Week-over-Week Revenue Performance:</a:t>
            </a:r>
          </a:p>
          <a:p>
            <a:r>
              <a:rPr lang="en-US" sz="19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growth weeks: 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11 (+14.52%) 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31 (+13.69%) </a:t>
            </a:r>
          </a:p>
          <a:p>
            <a:r>
              <a:rPr lang="en-US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growth weeks: 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28 (-6.71%) 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26 &amp; 7 (decline trend) 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total shows -12.83%, indicating: 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Declining momentum 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revenue stabilization strategies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C0411F-A2C1-35A4-1791-BA907554B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037" y="1940116"/>
            <a:ext cx="6735222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2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3A763EC-730F-12BD-1439-8B0A62028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3" y="271305"/>
            <a:ext cx="11274251" cy="626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42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A80680-2A6E-1C17-F31C-BE84C626FB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3482" y="150725"/>
            <a:ext cx="10515600" cy="520700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br>
              <a:rPr lang="en-US" sz="3700" dirty="0"/>
            </a:b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481ECF6-E546-069C-8AAF-09E3CD6C1545}"/>
              </a:ext>
            </a:extLst>
          </p:cNvPr>
          <p:cNvSpPr txBox="1">
            <a:spLocks noGrp="1"/>
          </p:cNvSpPr>
          <p:nvPr>
            <p:ph sz="half" idx="4294967295"/>
          </p:nvPr>
        </p:nvSpPr>
        <p:spPr>
          <a:xfrm>
            <a:off x="462224" y="401934"/>
            <a:ext cx="11006294" cy="5546581"/>
          </a:xfrm>
          <a:prstGeom prst="rect">
            <a:avLst/>
          </a:prstGeom>
        </p:spPr>
        <p:txBody>
          <a:bodyPr anchor="t"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CREDICT CARD TRANSACTION INSIGHTS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Swipe transactions are most preferred .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transactions are lowest → growth opportunity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Graduates are top contributors.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Card dominates revenue contribution 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Silver Card has high usage but moderate revenue.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 &amp; Platinum represent premium customers 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to upgrade customers to higher-tier cards.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spending categories: Bills , Entertainment ,  Fuel &amp; Grocery. </a:t>
            </a:r>
          </a:p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contributing job segments: Businessman  and White-collar professionals .</a:t>
            </a:r>
          </a:p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contribution from retirees.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peaks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Q2 and Q3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slight drop observed in Q4. .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807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B1C4CF-03B6-EF77-3E4C-34EBC2785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2" y="291402"/>
            <a:ext cx="11384783" cy="615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407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9D731D-0EC6-E706-5C8A-FBBB58C6CD2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40774" y="196646"/>
            <a:ext cx="11779046" cy="5980318"/>
          </a:xfrm>
        </p:spPr>
        <p:txBody>
          <a:bodyPr>
            <a:norm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 30–50 years contributes highest revenue 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High-income customers generate maximum value 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Married customers spend more than singles 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show both essential &amp; lifestyle spending patterns 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revenue states: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TX, NY, CA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trends show stable but fluctuating pattern.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opportunities for targeted campaigns 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3854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B285B66-064D-AD86-4C8A-0F8331C7C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1195697"/>
            <a:ext cx="4299964" cy="423811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  <a:br>
              <a:rPr lang="en-US" sz="2100" b="1" dirty="0">
                <a:solidFill>
                  <a:schemeClr val="bg1"/>
                </a:solidFill>
              </a:rPr>
            </a:br>
            <a:endParaRPr lang="en-IN" sz="2100" dirty="0">
              <a:solidFill>
                <a:schemeClr val="bg1"/>
              </a:solidFill>
            </a:endParaRPr>
          </a:p>
        </p:txBody>
      </p:sp>
      <p:grpSp>
        <p:nvGrpSpPr>
          <p:cNvPr id="20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35188ADA-7897-A21D-92AB-05C07ED08C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3578450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3101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7" name="Right Triangle 11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02BA663C-BB0F-A58A-6895-04ABC17134E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757427" y="90435"/>
            <a:ext cx="6356049" cy="5729020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1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21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1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shows strong financial performance .</a:t>
            </a:r>
            <a:br>
              <a:rPr lang="en-US" sz="1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growth lies in </a:t>
            </a:r>
            <a:r>
              <a:rPr 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upgrade &amp; digital adoption</a:t>
            </a:r>
            <a:r>
              <a:rPr lang="en-US" sz="1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strategies can further boost revenue </a:t>
            </a:r>
            <a:br>
              <a:rPr lang="en-US" sz="1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segmentation &amp; seasonal trends for future success</a:t>
            </a:r>
            <a:b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D2CF3743-2F2D-5F19-671F-018F0DDD67B5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4757427" y="1338729"/>
            <a:ext cx="5979399" cy="41805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lvl="0" fontAlgn="base">
              <a:spcBef>
                <a:spcPct val="0"/>
              </a:spcBef>
              <a:spcAft>
                <a:spcPts val="60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lvl="0" fontAlgn="base">
              <a:spcBef>
                <a:spcPct val="0"/>
              </a:spcBef>
              <a:spcAft>
                <a:spcPts val="60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2C80B410-4907-F78D-59CF-FC5E0E2D5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264816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3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939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Wingdings</vt:lpstr>
      <vt:lpstr>Office Theme</vt:lpstr>
      <vt:lpstr>Credit Card Data Analysis Report -Customer &amp; Transaction Insights</vt:lpstr>
      <vt:lpstr>TABLE OF CONTENTS</vt:lpstr>
      <vt:lpstr>INTRODUCTION</vt:lpstr>
      <vt:lpstr> </vt:lpstr>
      <vt:lpstr>CALCULATED FIELDS WITH DAX</vt:lpstr>
      <vt:lpstr>PowerPoint Presentation</vt:lpstr>
      <vt:lpstr>CALCULATED COLUMNS</vt:lpstr>
      <vt:lpstr>PowerPoint Presentation</vt:lpstr>
      <vt:lpstr> CREDICT CARD INSIGHTS</vt:lpstr>
      <vt:lpstr>PowerPoint Presentation</vt:lpstr>
      <vt:lpstr>PowerPoint Presentation</vt:lpstr>
      <vt:lpstr> </vt:lpstr>
      <vt:lpstr>PowerPoint Presentation</vt:lpstr>
      <vt:lpstr>PowerPoint Presentation</vt:lpstr>
      <vt:lpstr>BUSINESS RECOMMENDATIONS </vt:lpstr>
      <vt:lpstr> CONCLUSION  Business shows strong financial performance . Key growth lies in customer upgrade &amp; digital adoption  Data-driven strategies can further boost revenue  Focus on segmentation &amp; seasonal trends for future success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Siranjeevi v</dc:creator>
  <cp:lastModifiedBy>Siranjeevi v</cp:lastModifiedBy>
  <cp:revision>1</cp:revision>
  <dcterms:created xsi:type="dcterms:W3CDTF">2026-04-20T07:24:23Z</dcterms:created>
  <dcterms:modified xsi:type="dcterms:W3CDTF">2026-04-23T20:40:32Z</dcterms:modified>
</cp:coreProperties>
</file>